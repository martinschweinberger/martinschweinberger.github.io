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handoutMasterIdLst>
    <p:handoutMasterId r:id="rId31"/>
  </p:handoutMasterIdLst>
  <p:sldIdLst>
    <p:sldId id="356" r:id="rId2"/>
    <p:sldId id="338" r:id="rId3"/>
    <p:sldId id="310" r:id="rId4"/>
    <p:sldId id="312" r:id="rId5"/>
    <p:sldId id="315" r:id="rId6"/>
    <p:sldId id="342" r:id="rId7"/>
    <p:sldId id="346" r:id="rId8"/>
    <p:sldId id="339" r:id="rId9"/>
    <p:sldId id="340" r:id="rId10"/>
    <p:sldId id="348" r:id="rId11"/>
    <p:sldId id="360" r:id="rId12"/>
    <p:sldId id="361" r:id="rId13"/>
    <p:sldId id="318" r:id="rId14"/>
    <p:sldId id="345" r:id="rId15"/>
    <p:sldId id="359" r:id="rId16"/>
    <p:sldId id="317" r:id="rId17"/>
    <p:sldId id="351" r:id="rId18"/>
    <p:sldId id="352" r:id="rId19"/>
    <p:sldId id="344" r:id="rId20"/>
    <p:sldId id="349" r:id="rId21"/>
    <p:sldId id="362" r:id="rId22"/>
    <p:sldId id="324" r:id="rId23"/>
    <p:sldId id="322" r:id="rId24"/>
    <p:sldId id="323" r:id="rId25"/>
    <p:sldId id="326" r:id="rId26"/>
    <p:sldId id="328" r:id="rId27"/>
    <p:sldId id="330" r:id="rId28"/>
    <p:sldId id="35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BA00"/>
    <a:srgbClr val="004E9F"/>
    <a:srgbClr val="90908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44" autoAdjust="0"/>
    <p:restoredTop sz="94660"/>
  </p:normalViewPr>
  <p:slideViewPr>
    <p:cSldViewPr>
      <p:cViewPr varScale="1">
        <p:scale>
          <a:sx n="82" d="100"/>
          <a:sy n="82" d="100"/>
        </p:scale>
        <p:origin x="120" y="192"/>
      </p:cViewPr>
      <p:guideLst>
        <p:guide pos="3840"/>
        <p:guide orient="horz" pos="2160"/>
      </p:guideLst>
    </p:cSldViewPr>
  </p:slideViewPr>
  <p:notesTextViewPr>
    <p:cViewPr>
      <p:scale>
        <a:sx n="1" d="1"/>
        <a:sy n="1" d="1"/>
      </p:scale>
      <p:origin x="0" y="0"/>
    </p:cViewPr>
  </p:notesTextViewPr>
  <p:notesViewPr>
    <p:cSldViewPr showGuides="1">
      <p:cViewPr varScale="1">
        <p:scale>
          <a:sx n="63" d="100"/>
          <a:sy n="63" d="100"/>
        </p:scale>
        <p:origin x="2838"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3B725B-653D-4166-A8E9-72A38A1847CF}" type="datetimeFigureOut">
              <a:rPr lang="en-US"/>
              <a:t>12/12/2022</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861E8E-D392-497B-BB21-122DD7C27CF3}" type="slidenum">
              <a:rPr/>
              <a:t>‹#›</a:t>
            </a:fld>
            <a:endParaRPr/>
          </a:p>
        </p:txBody>
      </p:sp>
    </p:spTree>
    <p:extLst>
      <p:ext uri="{BB962C8B-B14F-4D97-AF65-F5344CB8AC3E}">
        <p14:creationId xmlns:p14="http://schemas.microsoft.com/office/powerpoint/2010/main" val="1208353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3F64CD-0576-4A9A-BD06-7889D6E60BDC}" type="datetimeFigureOut">
              <a:rPr lang="en-US"/>
              <a:t>12/12/2022</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55D449-B875-4B8D-8E66-224D27E54C9A}" type="slidenum">
              <a:rPr/>
              <a:t>‹#›</a:t>
            </a:fld>
            <a:endParaRPr/>
          </a:p>
        </p:txBody>
      </p:sp>
    </p:spTree>
    <p:extLst>
      <p:ext uri="{BB962C8B-B14F-4D97-AF65-F5344CB8AC3E}">
        <p14:creationId xmlns:p14="http://schemas.microsoft.com/office/powerpoint/2010/main" val="1349979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5BEF6F-6263-4F8D-8EB5-8791451073CD}"/>
              </a:ext>
            </a:extLst>
          </p:cNvPr>
          <p:cNvSpPr/>
          <p:nvPr/>
        </p:nvSpPr>
        <p:spPr bwMode="invGray">
          <a:xfrm>
            <a:off x="0" y="0"/>
            <a:ext cx="12192000" cy="9288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5" name="Picture 4">
            <a:extLst>
              <a:ext uri="{FF2B5EF4-FFF2-40B4-BE49-F238E27FC236}">
                <a16:creationId xmlns:a16="http://schemas.microsoft.com/office/drawing/2014/main" id="{3F3E3223-6328-4488-8A5F-952E87A12E34}"/>
              </a:ext>
            </a:extLst>
          </p:cNvPr>
          <p:cNvPicPr>
            <a:picLocks noChangeAspect="1"/>
          </p:cNvPicPr>
          <p:nvPr/>
        </p:nvPicPr>
        <p:blipFill rotWithShape="1">
          <a:blip r:embed="rId2"/>
          <a:srcRect l="74412" t="80198" b="-1"/>
          <a:stretch/>
        </p:blipFill>
        <p:spPr bwMode="ltGray">
          <a:xfrm>
            <a:off x="9852228" y="5499893"/>
            <a:ext cx="2339772" cy="1358107"/>
          </a:xfrm>
          <a:prstGeom prst="rect">
            <a:avLst/>
          </a:prstGeom>
          <a:ln>
            <a:noFill/>
          </a:ln>
        </p:spPr>
      </p:pic>
      <p:sp>
        <p:nvSpPr>
          <p:cNvPr id="2" name="Title 1"/>
          <p:cNvSpPr>
            <a:spLocks noGrp="1"/>
          </p:cNvSpPr>
          <p:nvPr>
            <p:ph type="title" hasCustomPrompt="1"/>
          </p:nvPr>
        </p:nvSpPr>
        <p:spPr>
          <a:xfrm>
            <a:off x="695325" y="1160745"/>
            <a:ext cx="10738247" cy="1296144"/>
          </a:xfrm>
        </p:spPr>
        <p:txBody>
          <a:bodyPr anchor="b">
            <a:noAutofit/>
          </a:bodyPr>
          <a:lstStyle>
            <a:lvl1pPr>
              <a:lnSpc>
                <a:spcPts val="5040"/>
              </a:lnSpc>
              <a:defRPr sz="4200">
                <a:solidFill>
                  <a:schemeClr val="accent1"/>
                </a:solidFill>
              </a:defRPr>
            </a:lvl1pPr>
          </a:lstStyle>
          <a:p>
            <a:r>
              <a:rPr lang="en-US" dirty="0"/>
              <a:t>[Title]</a:t>
            </a:r>
            <a:endParaRPr lang="en-AU" dirty="0"/>
          </a:p>
        </p:txBody>
      </p:sp>
      <p:sp>
        <p:nvSpPr>
          <p:cNvPr id="7" name="Text Placeholder 6"/>
          <p:cNvSpPr>
            <a:spLocks noGrp="1"/>
          </p:cNvSpPr>
          <p:nvPr>
            <p:ph type="body" sz="quarter" idx="10" hasCustomPrompt="1"/>
          </p:nvPr>
        </p:nvSpPr>
        <p:spPr>
          <a:xfrm>
            <a:off x="695298" y="2571294"/>
            <a:ext cx="10747200" cy="2675249"/>
          </a:xfrm>
          <a:prstGeom prst="rect">
            <a:avLst/>
          </a:prstGeom>
        </p:spPr>
        <p:txBody>
          <a:bodyPr>
            <a:normAutofit/>
          </a:bodyPr>
          <a:lstStyle>
            <a:lvl1pPr marL="0" indent="0">
              <a:lnSpc>
                <a:spcPts val="3240"/>
              </a:lnSpc>
              <a:buNone/>
              <a:defRPr sz="2700">
                <a:solidFill>
                  <a:schemeClr val="accent1"/>
                </a:solidFill>
              </a:defRPr>
            </a:lvl1pPr>
          </a:lstStyle>
          <a:p>
            <a:pPr lvl="0"/>
            <a:r>
              <a:rPr lang="en-US" dirty="0"/>
              <a:t>[Subtitle]</a:t>
            </a:r>
          </a:p>
        </p:txBody>
      </p:sp>
      <p:pic>
        <p:nvPicPr>
          <p:cNvPr id="9" name="Picture 8">
            <a:extLst>
              <a:ext uri="{FF2B5EF4-FFF2-40B4-BE49-F238E27FC236}">
                <a16:creationId xmlns:a16="http://schemas.microsoft.com/office/drawing/2014/main" id="{B3140420-5D32-4B9D-AAC5-EA821D594034}"/>
              </a:ext>
            </a:extLst>
          </p:cNvPr>
          <p:cNvPicPr>
            <a:picLocks noChangeAspect="1"/>
          </p:cNvPicPr>
          <p:nvPr/>
        </p:nvPicPr>
        <p:blipFill rotWithShape="1">
          <a:blip r:embed="rId2"/>
          <a:srcRect t="59270" r="70475" b="-1"/>
          <a:stretch/>
        </p:blipFill>
        <p:spPr bwMode="ltGray">
          <a:xfrm>
            <a:off x="1" y="4064704"/>
            <a:ext cx="2699772" cy="2793299"/>
          </a:xfrm>
          <a:prstGeom prst="rect">
            <a:avLst/>
          </a:prstGeom>
          <a:ln>
            <a:noFill/>
          </a:ln>
        </p:spPr>
      </p:pic>
      <p:pic>
        <p:nvPicPr>
          <p:cNvPr id="10" name="Picture 9">
            <a:extLst>
              <a:ext uri="{FF2B5EF4-FFF2-40B4-BE49-F238E27FC236}">
                <a16:creationId xmlns:a16="http://schemas.microsoft.com/office/drawing/2014/main" id="{1A1484F3-3D7B-466C-B621-2369AAE0DB10}"/>
              </a:ext>
            </a:extLst>
          </p:cNvPr>
          <p:cNvPicPr>
            <a:picLocks noChangeAspect="1"/>
          </p:cNvPicPr>
          <p:nvPr/>
        </p:nvPicPr>
        <p:blipFill>
          <a:blip r:embed="rId3"/>
          <a:stretch>
            <a:fillRect/>
          </a:stretch>
        </p:blipFill>
        <p:spPr>
          <a:xfrm>
            <a:off x="695325" y="207631"/>
            <a:ext cx="3204000" cy="472463"/>
          </a:xfrm>
          <a:prstGeom prst="rect">
            <a:avLst/>
          </a:prstGeom>
        </p:spPr>
      </p:pic>
    </p:spTree>
    <p:extLst>
      <p:ext uri="{BB962C8B-B14F-4D97-AF65-F5344CB8AC3E}">
        <p14:creationId xmlns:p14="http://schemas.microsoft.com/office/powerpoint/2010/main" val="1185889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64299D2-DE60-4B62-A10B-375899206764}"/>
              </a:ext>
            </a:extLst>
          </p:cNvPr>
          <p:cNvSpPr/>
          <p:nvPr/>
        </p:nvSpPr>
        <p:spPr bwMode="invGray">
          <a:xfrm>
            <a:off x="0" y="0"/>
            <a:ext cx="12192000" cy="6858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2" name="Title 1"/>
          <p:cNvSpPr>
            <a:spLocks noGrp="1"/>
          </p:cNvSpPr>
          <p:nvPr>
            <p:ph type="title" hasCustomPrompt="1"/>
          </p:nvPr>
        </p:nvSpPr>
        <p:spPr bwMode="white">
          <a:xfrm>
            <a:off x="695325" y="1143405"/>
            <a:ext cx="10738247" cy="1296144"/>
          </a:xfrm>
        </p:spPr>
        <p:txBody>
          <a:bodyPr anchor="b">
            <a:noAutofit/>
          </a:bodyPr>
          <a:lstStyle>
            <a:lvl1pPr>
              <a:lnSpc>
                <a:spcPts val="5040"/>
              </a:lnSpc>
              <a:defRPr sz="4200">
                <a:solidFill>
                  <a:schemeClr val="bg1"/>
                </a:solidFill>
              </a:defRPr>
            </a:lvl1pPr>
          </a:lstStyle>
          <a:p>
            <a:r>
              <a:rPr lang="en-US" dirty="0"/>
              <a:t>[Title]</a:t>
            </a:r>
            <a:endParaRPr lang="en-AU" dirty="0"/>
          </a:p>
        </p:txBody>
      </p:sp>
      <p:sp>
        <p:nvSpPr>
          <p:cNvPr id="7" name="Text Placeholder 6"/>
          <p:cNvSpPr>
            <a:spLocks noGrp="1"/>
          </p:cNvSpPr>
          <p:nvPr>
            <p:ph type="body" sz="quarter" idx="10" hasCustomPrompt="1"/>
          </p:nvPr>
        </p:nvSpPr>
        <p:spPr bwMode="white">
          <a:xfrm>
            <a:off x="695298" y="2553954"/>
            <a:ext cx="10747200" cy="2675249"/>
          </a:xfrm>
          <a:prstGeom prst="rect">
            <a:avLst/>
          </a:prstGeom>
        </p:spPr>
        <p:txBody>
          <a:bodyPr>
            <a:normAutofit/>
          </a:bodyPr>
          <a:lstStyle>
            <a:lvl1pPr marL="0" indent="0">
              <a:lnSpc>
                <a:spcPts val="3240"/>
              </a:lnSpc>
              <a:buNone/>
              <a:defRPr sz="2700">
                <a:solidFill>
                  <a:schemeClr val="bg1"/>
                </a:solidFill>
              </a:defRPr>
            </a:lvl1pPr>
          </a:lstStyle>
          <a:p>
            <a:pPr lvl="0"/>
            <a:r>
              <a:rPr lang="en-US" dirty="0"/>
              <a:t>[Subtitle]</a:t>
            </a:r>
          </a:p>
        </p:txBody>
      </p:sp>
      <p:sp>
        <p:nvSpPr>
          <p:cNvPr id="18" name="Right Triangle 3">
            <a:extLst>
              <a:ext uri="{FF2B5EF4-FFF2-40B4-BE49-F238E27FC236}">
                <a16:creationId xmlns:a16="http://schemas.microsoft.com/office/drawing/2014/main" id="{E49831C3-1265-4B26-84DA-16A7EC28AF57}"/>
              </a:ext>
            </a:extLst>
          </p:cNvPr>
          <p:cNvSpPr/>
          <p:nvPr/>
        </p:nvSpPr>
        <p:spPr bwMode="white">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8" name="Graphic 1">
            <a:extLst>
              <a:ext uri="{FF2B5EF4-FFF2-40B4-BE49-F238E27FC236}">
                <a16:creationId xmlns:a16="http://schemas.microsoft.com/office/drawing/2014/main" id="{570549AC-72A0-49C7-B98A-4959B5690850}"/>
              </a:ext>
            </a:extLst>
          </p:cNvPr>
          <p:cNvSpPr/>
          <p:nvPr/>
        </p:nvSpPr>
        <p:spPr bwMode="white">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pic>
        <p:nvPicPr>
          <p:cNvPr id="11" name="Picture 10">
            <a:extLst>
              <a:ext uri="{FF2B5EF4-FFF2-40B4-BE49-F238E27FC236}">
                <a16:creationId xmlns:a16="http://schemas.microsoft.com/office/drawing/2014/main" id="{DEDF6610-A984-4E2A-B1B8-C6D02948493B}"/>
              </a:ext>
            </a:extLst>
          </p:cNvPr>
          <p:cNvPicPr>
            <a:picLocks noChangeAspect="1"/>
          </p:cNvPicPr>
          <p:nvPr/>
        </p:nvPicPr>
        <p:blipFill>
          <a:blip r:embed="rId2"/>
          <a:stretch>
            <a:fillRect/>
          </a:stretch>
        </p:blipFill>
        <p:spPr>
          <a:xfrm>
            <a:off x="695325" y="207631"/>
            <a:ext cx="3204000" cy="472463"/>
          </a:xfrm>
          <a:prstGeom prst="rect">
            <a:avLst/>
          </a:prstGeom>
        </p:spPr>
      </p:pic>
    </p:spTree>
    <p:extLst>
      <p:ext uri="{BB962C8B-B14F-4D97-AF65-F5344CB8AC3E}">
        <p14:creationId xmlns:p14="http://schemas.microsoft.com/office/powerpoint/2010/main" val="1361202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3">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95325" y="1143405"/>
            <a:ext cx="10728647" cy="1296144"/>
          </a:xfrm>
        </p:spPr>
        <p:txBody>
          <a:bodyPr anchor="b">
            <a:noAutofit/>
          </a:bodyPr>
          <a:lstStyle>
            <a:lvl1pPr>
              <a:lnSpc>
                <a:spcPts val="5040"/>
              </a:lnSpc>
              <a:defRPr sz="4200">
                <a:solidFill>
                  <a:schemeClr val="bg1"/>
                </a:solidFill>
              </a:defRPr>
            </a:lvl1pPr>
          </a:lstStyle>
          <a:p>
            <a:r>
              <a:rPr lang="en-US" dirty="0"/>
              <a:t>[Title]</a:t>
            </a:r>
            <a:endParaRPr lang="en-AU" dirty="0"/>
          </a:p>
        </p:txBody>
      </p:sp>
      <p:sp>
        <p:nvSpPr>
          <p:cNvPr id="7" name="Text Placeholder 6"/>
          <p:cNvSpPr>
            <a:spLocks noGrp="1"/>
          </p:cNvSpPr>
          <p:nvPr>
            <p:ph type="body" sz="quarter" idx="10" hasCustomPrompt="1"/>
          </p:nvPr>
        </p:nvSpPr>
        <p:spPr>
          <a:xfrm>
            <a:off x="695306" y="2553954"/>
            <a:ext cx="10737592" cy="2675249"/>
          </a:xfrm>
          <a:prstGeom prst="rect">
            <a:avLst/>
          </a:prstGeom>
          <a:noFill/>
        </p:spPr>
        <p:txBody>
          <a:bodyPr>
            <a:normAutofit/>
          </a:bodyPr>
          <a:lstStyle>
            <a:lvl1pPr marL="0" indent="0">
              <a:lnSpc>
                <a:spcPts val="3240"/>
              </a:lnSpc>
              <a:buNone/>
              <a:defRPr sz="2700">
                <a:solidFill>
                  <a:schemeClr val="bg1"/>
                </a:solidFill>
              </a:defRPr>
            </a:lvl1pPr>
          </a:lstStyle>
          <a:p>
            <a:pPr lvl="0"/>
            <a:r>
              <a:rPr lang="en-US" dirty="0"/>
              <a:t>[Subtitle]</a:t>
            </a:r>
          </a:p>
        </p:txBody>
      </p:sp>
      <p:sp>
        <p:nvSpPr>
          <p:cNvPr id="3" name="Rectangle 2">
            <a:extLst>
              <a:ext uri="{FF2B5EF4-FFF2-40B4-BE49-F238E27FC236}">
                <a16:creationId xmlns:a16="http://schemas.microsoft.com/office/drawing/2014/main" id="{19933EA7-FE92-4C6D-8733-61E671888999}"/>
              </a:ext>
            </a:extLst>
          </p:cNvPr>
          <p:cNvSpPr/>
          <p:nvPr/>
        </p:nvSpPr>
        <p:spPr bwMode="ltGray">
          <a:xfrm>
            <a:off x="2" y="0"/>
            <a:ext cx="12191999" cy="928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pic>
        <p:nvPicPr>
          <p:cNvPr id="16" name="Picture 15">
            <a:extLst>
              <a:ext uri="{FF2B5EF4-FFF2-40B4-BE49-F238E27FC236}">
                <a16:creationId xmlns:a16="http://schemas.microsoft.com/office/drawing/2014/main" id="{D93FA41E-EFD5-45E8-BE8D-8CAB28F4BDD2}"/>
              </a:ext>
            </a:extLst>
          </p:cNvPr>
          <p:cNvPicPr>
            <a:picLocks noChangeAspect="1"/>
          </p:cNvPicPr>
          <p:nvPr/>
        </p:nvPicPr>
        <p:blipFill>
          <a:blip r:embed="rId3"/>
          <a:stretch>
            <a:fillRect/>
          </a:stretch>
        </p:blipFill>
        <p:spPr>
          <a:xfrm>
            <a:off x="704849" y="234886"/>
            <a:ext cx="2988000" cy="452585"/>
          </a:xfrm>
          <a:prstGeom prst="rect">
            <a:avLst/>
          </a:prstGeom>
        </p:spPr>
      </p:pic>
      <p:sp>
        <p:nvSpPr>
          <p:cNvPr id="5" name="TextBox 4">
            <a:extLst>
              <a:ext uri="{FF2B5EF4-FFF2-40B4-BE49-F238E27FC236}">
                <a16:creationId xmlns:a16="http://schemas.microsoft.com/office/drawing/2014/main" id="{FDDADB43-ED09-48C5-A41D-5E4BDF72C85E}"/>
              </a:ext>
            </a:extLst>
          </p:cNvPr>
          <p:cNvSpPr txBox="1"/>
          <p:nvPr/>
        </p:nvSpPr>
        <p:spPr>
          <a:xfrm>
            <a:off x="1" y="-1586050"/>
            <a:ext cx="7632171" cy="1384995"/>
          </a:xfrm>
          <a:prstGeom prst="rect">
            <a:avLst/>
          </a:prstGeom>
          <a:solidFill>
            <a:schemeClr val="accent1"/>
          </a:solidFill>
        </p:spPr>
        <p:txBody>
          <a:bodyPr wrap="square" rtlCol="0">
            <a:spAutoFit/>
          </a:bodyPr>
          <a:lstStyle/>
          <a:p>
            <a:r>
              <a:rPr lang="en-AU" sz="1400" dirty="0">
                <a:solidFill>
                  <a:schemeClr val="bg1"/>
                </a:solidFill>
              </a:rPr>
              <a:t>For this slide design, you can choose your own image </a:t>
            </a:r>
            <a:br>
              <a:rPr lang="en-AU" sz="1400" dirty="0">
                <a:solidFill>
                  <a:schemeClr val="bg1"/>
                </a:solidFill>
              </a:rPr>
            </a:br>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‘Picture’ is already selected</a:t>
            </a:r>
          </a:p>
          <a:p>
            <a:r>
              <a:rPr lang="en-US" sz="1400" dirty="0">
                <a:solidFill>
                  <a:schemeClr val="bg1"/>
                </a:solidFill>
              </a:rPr>
              <a:t>Go to the ‘File’ button and select another image</a:t>
            </a:r>
          </a:p>
          <a:p>
            <a:r>
              <a:rPr lang="en-US" sz="1400" dirty="0">
                <a:solidFill>
                  <a:schemeClr val="bg1"/>
                </a:solidFill>
              </a:rPr>
              <a:t>Change text </a:t>
            </a:r>
            <a:r>
              <a:rPr lang="en-US" sz="1400" dirty="0" err="1">
                <a:solidFill>
                  <a:schemeClr val="bg1"/>
                </a:solidFill>
              </a:rPr>
              <a:t>colour</a:t>
            </a:r>
            <a:r>
              <a:rPr lang="en-US" sz="1400" dirty="0">
                <a:solidFill>
                  <a:schemeClr val="bg1"/>
                </a:solidFill>
              </a:rPr>
              <a:t> as necessary to suit the image</a:t>
            </a:r>
            <a:endParaRPr lang="en-AU" sz="1400" dirty="0">
              <a:solidFill>
                <a:schemeClr val="bg1"/>
              </a:solidFill>
            </a:endParaRPr>
          </a:p>
        </p:txBody>
      </p:sp>
      <p:sp>
        <p:nvSpPr>
          <p:cNvPr id="11" name="Right Triangle 3">
            <a:extLst>
              <a:ext uri="{FF2B5EF4-FFF2-40B4-BE49-F238E27FC236}">
                <a16:creationId xmlns:a16="http://schemas.microsoft.com/office/drawing/2014/main" id="{5A5C0481-15B5-4619-B80D-C8C9ABD7F904}"/>
              </a:ext>
            </a:extLst>
          </p:cNvPr>
          <p:cNvSpPr/>
          <p:nvPr/>
        </p:nvSpPr>
        <p:spPr bwMode="invGray">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9" name="Graphic 1">
            <a:extLst>
              <a:ext uri="{FF2B5EF4-FFF2-40B4-BE49-F238E27FC236}">
                <a16:creationId xmlns:a16="http://schemas.microsoft.com/office/drawing/2014/main" id="{84EF10FC-E046-43D3-9897-04BE4FF5A176}"/>
              </a:ext>
            </a:extLst>
          </p:cNvPr>
          <p:cNvSpPr/>
          <p:nvPr/>
        </p:nvSpPr>
        <p:spPr bwMode="invGray">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spTree>
    <p:extLst>
      <p:ext uri="{BB962C8B-B14F-4D97-AF65-F5344CB8AC3E}">
        <p14:creationId xmlns:p14="http://schemas.microsoft.com/office/powerpoint/2010/main" val="8524054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Divid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B1A2C22-D4CF-4FE0-AF06-038EB2ACB6D9}"/>
              </a:ext>
            </a:extLst>
          </p:cNvPr>
          <p:cNvSpPr/>
          <p:nvPr/>
        </p:nvSpPr>
        <p:spPr bwMode="invGray">
          <a:xfrm>
            <a:off x="0" y="0"/>
            <a:ext cx="12192000" cy="6858000"/>
          </a:xfrm>
          <a:prstGeom prst="rect">
            <a:avLst/>
          </a:prstGeom>
          <a:gradFill flip="none" rotWithShape="1">
            <a:gsLst>
              <a:gs pos="75000">
                <a:schemeClr val="accent1"/>
              </a:gs>
              <a:gs pos="100000">
                <a:srgbClr val="962A8B"/>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0" name="Picture 9">
            <a:extLst>
              <a:ext uri="{FF2B5EF4-FFF2-40B4-BE49-F238E27FC236}">
                <a16:creationId xmlns:a16="http://schemas.microsoft.com/office/drawing/2014/main" id="{DD751603-5D6A-462B-B9E7-98413BF2CB36}"/>
              </a:ext>
            </a:extLst>
          </p:cNvPr>
          <p:cNvPicPr>
            <a:picLocks noChangeAspect="1"/>
          </p:cNvPicPr>
          <p:nvPr/>
        </p:nvPicPr>
        <p:blipFill>
          <a:blip r:embed="rId2"/>
          <a:stretch>
            <a:fillRect/>
          </a:stretch>
        </p:blipFill>
        <p:spPr>
          <a:xfrm>
            <a:off x="8309692" y="275999"/>
            <a:ext cx="3204000" cy="472463"/>
          </a:xfrm>
          <a:prstGeom prst="rect">
            <a:avLst/>
          </a:prstGeom>
        </p:spPr>
      </p:pic>
      <p:sp>
        <p:nvSpPr>
          <p:cNvPr id="2" name="Title 1"/>
          <p:cNvSpPr>
            <a:spLocks noGrp="1"/>
          </p:cNvSpPr>
          <p:nvPr>
            <p:ph type="title" hasCustomPrompt="1"/>
          </p:nvPr>
        </p:nvSpPr>
        <p:spPr bwMode="white">
          <a:xfrm>
            <a:off x="695326" y="1700811"/>
            <a:ext cx="10768680" cy="1224137"/>
          </a:xfrm>
        </p:spPr>
        <p:txBody>
          <a:bodyPr anchor="b">
            <a:noAutofit/>
          </a:bodyPr>
          <a:lstStyle>
            <a:lvl1pPr>
              <a:lnSpc>
                <a:spcPts val="5040"/>
              </a:lnSpc>
              <a:defRPr sz="4200">
                <a:solidFill>
                  <a:schemeClr val="bg1"/>
                </a:solidFill>
              </a:defRPr>
            </a:lvl1pPr>
          </a:lstStyle>
          <a:p>
            <a:r>
              <a:rPr lang="en-US" dirty="0"/>
              <a:t>[Title]</a:t>
            </a:r>
            <a:endParaRPr lang="en-AU" dirty="0"/>
          </a:p>
        </p:txBody>
      </p:sp>
      <p:sp>
        <p:nvSpPr>
          <p:cNvPr id="7" name="Text Placeholder 6"/>
          <p:cNvSpPr>
            <a:spLocks noGrp="1"/>
          </p:cNvSpPr>
          <p:nvPr>
            <p:ph type="body" sz="quarter" idx="10" hasCustomPrompt="1"/>
          </p:nvPr>
        </p:nvSpPr>
        <p:spPr bwMode="white">
          <a:xfrm>
            <a:off x="695326" y="3113744"/>
            <a:ext cx="10768680" cy="2043451"/>
          </a:xfrm>
          <a:prstGeom prst="rect">
            <a:avLst/>
          </a:prstGeom>
        </p:spPr>
        <p:txBody>
          <a:bodyPr>
            <a:normAutofit/>
          </a:bodyPr>
          <a:lstStyle>
            <a:lvl1pPr marL="0" indent="0">
              <a:lnSpc>
                <a:spcPts val="3240"/>
              </a:lnSpc>
              <a:buNone/>
              <a:defRPr sz="2700">
                <a:solidFill>
                  <a:schemeClr val="bg1"/>
                </a:solidFill>
              </a:defRPr>
            </a:lvl1pPr>
          </a:lstStyle>
          <a:p>
            <a:pPr lvl="0"/>
            <a:r>
              <a:rPr lang="en-US" dirty="0"/>
              <a:t>[Subtitle]</a:t>
            </a:r>
          </a:p>
        </p:txBody>
      </p:sp>
      <p:sp>
        <p:nvSpPr>
          <p:cNvPr id="11" name="Right Triangle 3">
            <a:extLst>
              <a:ext uri="{FF2B5EF4-FFF2-40B4-BE49-F238E27FC236}">
                <a16:creationId xmlns:a16="http://schemas.microsoft.com/office/drawing/2014/main" id="{DBA991DB-C059-4DB2-8D91-33D3F3951887}"/>
              </a:ext>
            </a:extLst>
          </p:cNvPr>
          <p:cNvSpPr/>
          <p:nvPr/>
        </p:nvSpPr>
        <p:spPr bwMode="white">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8" name="Graphic 1">
            <a:extLst>
              <a:ext uri="{FF2B5EF4-FFF2-40B4-BE49-F238E27FC236}">
                <a16:creationId xmlns:a16="http://schemas.microsoft.com/office/drawing/2014/main" id="{F070BDDD-4427-48C1-9206-C4CC3FAE8AD1}"/>
              </a:ext>
            </a:extLst>
          </p:cNvPr>
          <p:cNvSpPr/>
          <p:nvPr/>
        </p:nvSpPr>
        <p:spPr bwMode="white">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spTree>
    <p:extLst>
      <p:ext uri="{BB962C8B-B14F-4D97-AF65-F5344CB8AC3E}">
        <p14:creationId xmlns:p14="http://schemas.microsoft.com/office/powerpoint/2010/main" val="1841910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Divider (Editable)">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95326" y="1700811"/>
            <a:ext cx="10768680" cy="1224137"/>
          </a:xfrm>
        </p:spPr>
        <p:txBody>
          <a:bodyPr anchor="b">
            <a:noAutofit/>
          </a:bodyPr>
          <a:lstStyle>
            <a:lvl1pPr>
              <a:lnSpc>
                <a:spcPts val="5040"/>
              </a:lnSpc>
              <a:defRPr sz="4200">
                <a:solidFill>
                  <a:schemeClr val="bg1"/>
                </a:solidFill>
              </a:defRPr>
            </a:lvl1pPr>
          </a:lstStyle>
          <a:p>
            <a:r>
              <a:rPr lang="en-US" dirty="0"/>
              <a:t>[Divider title]</a:t>
            </a:r>
            <a:endParaRPr lang="en-AU" dirty="0"/>
          </a:p>
        </p:txBody>
      </p:sp>
      <p:sp>
        <p:nvSpPr>
          <p:cNvPr id="7" name="Text Placeholder 6"/>
          <p:cNvSpPr>
            <a:spLocks noGrp="1"/>
          </p:cNvSpPr>
          <p:nvPr>
            <p:ph type="body" sz="quarter" idx="10" hasCustomPrompt="1"/>
          </p:nvPr>
        </p:nvSpPr>
        <p:spPr>
          <a:xfrm>
            <a:off x="695326" y="3113744"/>
            <a:ext cx="10768680" cy="2043451"/>
          </a:xfrm>
          <a:prstGeom prst="rect">
            <a:avLst/>
          </a:prstGeom>
        </p:spPr>
        <p:txBody>
          <a:bodyPr>
            <a:normAutofit/>
          </a:bodyPr>
          <a:lstStyle>
            <a:lvl1pPr marL="0" indent="0">
              <a:lnSpc>
                <a:spcPts val="3240"/>
              </a:lnSpc>
              <a:buNone/>
              <a:defRPr sz="2700">
                <a:solidFill>
                  <a:schemeClr val="bg1"/>
                </a:solidFill>
              </a:defRPr>
            </a:lvl1pPr>
          </a:lstStyle>
          <a:p>
            <a:pPr lvl="0"/>
            <a:r>
              <a:rPr lang="en-US" dirty="0"/>
              <a:t>[Divider subtitle]</a:t>
            </a:r>
          </a:p>
        </p:txBody>
      </p:sp>
      <p:sp>
        <p:nvSpPr>
          <p:cNvPr id="8" name="TextBox 7">
            <a:extLst>
              <a:ext uri="{FF2B5EF4-FFF2-40B4-BE49-F238E27FC236}">
                <a16:creationId xmlns:a16="http://schemas.microsoft.com/office/drawing/2014/main" id="{57A07765-DB77-44E5-9420-D56F1378074A}"/>
              </a:ext>
            </a:extLst>
          </p:cNvPr>
          <p:cNvSpPr txBox="1"/>
          <p:nvPr/>
        </p:nvSpPr>
        <p:spPr>
          <a:xfrm>
            <a:off x="1" y="-1053499"/>
            <a:ext cx="7632171" cy="954107"/>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‘change ‘Solid fill’ to a </a:t>
            </a:r>
            <a:r>
              <a:rPr lang="en-US" sz="1400" dirty="0" err="1">
                <a:solidFill>
                  <a:schemeClr val="bg1"/>
                </a:solidFill>
              </a:rPr>
              <a:t>colour</a:t>
            </a:r>
            <a:r>
              <a:rPr lang="en-US" sz="1400" dirty="0">
                <a:solidFill>
                  <a:schemeClr val="bg1"/>
                </a:solidFill>
              </a:rPr>
              <a:t> from the palette</a:t>
            </a:r>
            <a:endParaRPr lang="en-AU" sz="1400" dirty="0">
              <a:solidFill>
                <a:schemeClr val="bg1"/>
              </a:solidFill>
            </a:endParaRPr>
          </a:p>
        </p:txBody>
      </p:sp>
      <p:pic>
        <p:nvPicPr>
          <p:cNvPr id="6" name="Picture 5">
            <a:extLst>
              <a:ext uri="{FF2B5EF4-FFF2-40B4-BE49-F238E27FC236}">
                <a16:creationId xmlns:a16="http://schemas.microsoft.com/office/drawing/2014/main" id="{2CBE33C2-B581-422F-9FF5-AF660C79D3B0}"/>
              </a:ext>
            </a:extLst>
          </p:cNvPr>
          <p:cNvPicPr>
            <a:picLocks noChangeAspect="1"/>
          </p:cNvPicPr>
          <p:nvPr/>
        </p:nvPicPr>
        <p:blipFill>
          <a:blip r:embed="rId2"/>
          <a:stretch>
            <a:fillRect/>
          </a:stretch>
        </p:blipFill>
        <p:spPr>
          <a:xfrm>
            <a:off x="8309692" y="275999"/>
            <a:ext cx="3204000" cy="472463"/>
          </a:xfrm>
          <a:prstGeom prst="rect">
            <a:avLst/>
          </a:prstGeom>
        </p:spPr>
      </p:pic>
    </p:spTree>
    <p:extLst>
      <p:ext uri="{BB962C8B-B14F-4D97-AF65-F5344CB8AC3E}">
        <p14:creationId xmlns:p14="http://schemas.microsoft.com/office/powerpoint/2010/main" val="2270273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Divider 2">
    <p:spTree>
      <p:nvGrpSpPr>
        <p:cNvPr id="1" name=""/>
        <p:cNvGrpSpPr/>
        <p:nvPr/>
      </p:nvGrpSpPr>
      <p:grpSpPr>
        <a:xfrm>
          <a:off x="0" y="0"/>
          <a:ext cx="0" cy="0"/>
          <a:chOff x="0" y="0"/>
          <a:chExt cx="0" cy="0"/>
        </a:xfrm>
      </p:grpSpPr>
      <p:sp>
        <p:nvSpPr>
          <p:cNvPr id="9" name="Right Triangle 3">
            <a:extLst>
              <a:ext uri="{FF2B5EF4-FFF2-40B4-BE49-F238E27FC236}">
                <a16:creationId xmlns:a16="http://schemas.microsoft.com/office/drawing/2014/main" id="{5E92F574-51E7-47B2-86D2-94DAE288E822}"/>
              </a:ext>
            </a:extLst>
          </p:cNvPr>
          <p:cNvSpPr/>
          <p:nvPr/>
        </p:nvSpPr>
        <p:spPr bwMode="invGray">
          <a:xfrm>
            <a:off x="2" y="4076700"/>
            <a:ext cx="3407833"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11" name="Rectangle 8">
            <a:extLst>
              <a:ext uri="{FF2B5EF4-FFF2-40B4-BE49-F238E27FC236}">
                <a16:creationId xmlns:a16="http://schemas.microsoft.com/office/drawing/2014/main" id="{C31ECE3F-0C43-444E-9F0C-B23F8D3935D2}"/>
              </a:ext>
            </a:extLst>
          </p:cNvPr>
          <p:cNvSpPr/>
          <p:nvPr/>
        </p:nvSpPr>
        <p:spPr bwMode="invGray">
          <a:xfrm>
            <a:off x="9192249" y="5584173"/>
            <a:ext cx="2999415" cy="1273828"/>
          </a:xfrm>
          <a:custGeom>
            <a:avLst/>
            <a:gdLst>
              <a:gd name="connsiteX0" fmla="*/ 0 w 2267490"/>
              <a:gd name="connsiteY0" fmla="*/ 0 h 1132541"/>
              <a:gd name="connsiteX1" fmla="*/ 2267490 w 2267490"/>
              <a:gd name="connsiteY1" fmla="*/ 0 h 1132541"/>
              <a:gd name="connsiteX2" fmla="*/ 2267490 w 2267490"/>
              <a:gd name="connsiteY2" fmla="*/ 1132541 h 1132541"/>
              <a:gd name="connsiteX3" fmla="*/ 0 w 2267490"/>
              <a:gd name="connsiteY3" fmla="*/ 1132541 h 1132541"/>
              <a:gd name="connsiteX4" fmla="*/ 0 w 2267490"/>
              <a:gd name="connsiteY4" fmla="*/ 0 h 1132541"/>
              <a:gd name="connsiteX0" fmla="*/ 0 w 2267490"/>
              <a:gd name="connsiteY0" fmla="*/ 1132541 h 1132541"/>
              <a:gd name="connsiteX1" fmla="*/ 2267490 w 2267490"/>
              <a:gd name="connsiteY1" fmla="*/ 0 h 1132541"/>
              <a:gd name="connsiteX2" fmla="*/ 2267490 w 2267490"/>
              <a:gd name="connsiteY2" fmla="*/ 1132541 h 1132541"/>
              <a:gd name="connsiteX3" fmla="*/ 0 w 2267490"/>
              <a:gd name="connsiteY3" fmla="*/ 1132541 h 1132541"/>
              <a:gd name="connsiteX0" fmla="*/ 0 w 2291396"/>
              <a:gd name="connsiteY0" fmla="*/ 857623 h 1132541"/>
              <a:gd name="connsiteX1" fmla="*/ 2291396 w 2291396"/>
              <a:gd name="connsiteY1" fmla="*/ 0 h 1132541"/>
              <a:gd name="connsiteX2" fmla="*/ 2291396 w 2291396"/>
              <a:gd name="connsiteY2" fmla="*/ 1132541 h 1132541"/>
              <a:gd name="connsiteX3" fmla="*/ 0 w 2291396"/>
              <a:gd name="connsiteY3" fmla="*/ 857623 h 1132541"/>
              <a:gd name="connsiteX0" fmla="*/ 0 w 2249561"/>
              <a:gd name="connsiteY0" fmla="*/ 845670 h 1132541"/>
              <a:gd name="connsiteX1" fmla="*/ 2249561 w 2249561"/>
              <a:gd name="connsiteY1" fmla="*/ 0 h 1132541"/>
              <a:gd name="connsiteX2" fmla="*/ 2249561 w 2249561"/>
              <a:gd name="connsiteY2" fmla="*/ 1132541 h 1132541"/>
              <a:gd name="connsiteX3" fmla="*/ 0 w 2249561"/>
              <a:gd name="connsiteY3" fmla="*/ 845670 h 1132541"/>
              <a:gd name="connsiteX0" fmla="*/ 0 w 2249561"/>
              <a:gd name="connsiteY0" fmla="*/ 944560 h 1231431"/>
              <a:gd name="connsiteX1" fmla="*/ 2249561 w 2249561"/>
              <a:gd name="connsiteY1" fmla="*/ 98890 h 1231431"/>
              <a:gd name="connsiteX2" fmla="*/ 2249561 w 2249561"/>
              <a:gd name="connsiteY2" fmla="*/ 1231431 h 1231431"/>
              <a:gd name="connsiteX3" fmla="*/ 0 w 2249561"/>
              <a:gd name="connsiteY3" fmla="*/ 944560 h 1231431"/>
              <a:gd name="connsiteX0" fmla="*/ 0 w 2249561"/>
              <a:gd name="connsiteY0" fmla="*/ 1212084 h 1498955"/>
              <a:gd name="connsiteX1" fmla="*/ 2249561 w 2249561"/>
              <a:gd name="connsiteY1" fmla="*/ 366414 h 1498955"/>
              <a:gd name="connsiteX2" fmla="*/ 2249561 w 2249561"/>
              <a:gd name="connsiteY2" fmla="*/ 1498955 h 1498955"/>
              <a:gd name="connsiteX3" fmla="*/ 0 w 2249561"/>
              <a:gd name="connsiteY3" fmla="*/ 1212084 h 1498955"/>
              <a:gd name="connsiteX0" fmla="*/ 0 w 2249561"/>
              <a:gd name="connsiteY0" fmla="*/ 1016618 h 1303489"/>
              <a:gd name="connsiteX1" fmla="*/ 2249561 w 2249561"/>
              <a:gd name="connsiteY1" fmla="*/ 170948 h 1303489"/>
              <a:gd name="connsiteX2" fmla="*/ 2249561 w 2249561"/>
              <a:gd name="connsiteY2" fmla="*/ 1303489 h 1303489"/>
              <a:gd name="connsiteX3" fmla="*/ 0 w 2249561"/>
              <a:gd name="connsiteY3" fmla="*/ 1016618 h 1303489"/>
              <a:gd name="connsiteX0" fmla="*/ 0 w 2249561"/>
              <a:gd name="connsiteY0" fmla="*/ 1002505 h 1289376"/>
              <a:gd name="connsiteX1" fmla="*/ 2249561 w 2249561"/>
              <a:gd name="connsiteY1" fmla="*/ 156835 h 1289376"/>
              <a:gd name="connsiteX2" fmla="*/ 2249561 w 2249561"/>
              <a:gd name="connsiteY2" fmla="*/ 1289376 h 1289376"/>
              <a:gd name="connsiteX3" fmla="*/ 0 w 2249561"/>
              <a:gd name="connsiteY3" fmla="*/ 1002505 h 1289376"/>
              <a:gd name="connsiteX0" fmla="*/ 0 w 2249561"/>
              <a:gd name="connsiteY0" fmla="*/ 985444 h 1272315"/>
              <a:gd name="connsiteX1" fmla="*/ 2249561 w 2249561"/>
              <a:gd name="connsiteY1" fmla="*/ 139774 h 1272315"/>
              <a:gd name="connsiteX2" fmla="*/ 2249561 w 2249561"/>
              <a:gd name="connsiteY2" fmla="*/ 1272315 h 1272315"/>
              <a:gd name="connsiteX3" fmla="*/ 0 w 2249561"/>
              <a:gd name="connsiteY3" fmla="*/ 985444 h 1272315"/>
              <a:gd name="connsiteX0" fmla="*/ 0 w 2249561"/>
              <a:gd name="connsiteY0" fmla="*/ 979690 h 1266561"/>
              <a:gd name="connsiteX1" fmla="*/ 2249561 w 2249561"/>
              <a:gd name="connsiteY1" fmla="*/ 134020 h 1266561"/>
              <a:gd name="connsiteX2" fmla="*/ 2249561 w 2249561"/>
              <a:gd name="connsiteY2" fmla="*/ 1266561 h 1266561"/>
              <a:gd name="connsiteX3" fmla="*/ 0 w 2249561"/>
              <a:gd name="connsiteY3" fmla="*/ 979690 h 1266561"/>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Lst>
            <a:ahLst/>
            <a:cxnLst>
              <a:cxn ang="0">
                <a:pos x="connsiteX0" y="connsiteY0"/>
              </a:cxn>
              <a:cxn ang="0">
                <a:pos x="connsiteX1" y="connsiteY1"/>
              </a:cxn>
              <a:cxn ang="0">
                <a:pos x="connsiteX2" y="connsiteY2"/>
              </a:cxn>
              <a:cxn ang="0">
                <a:pos x="connsiteX3" y="connsiteY3"/>
              </a:cxn>
            </a:cxnLst>
            <a:rect l="l" t="t" r="r" b="b"/>
            <a:pathLst>
              <a:path w="2249561" h="1273828">
                <a:moveTo>
                  <a:pt x="0" y="986957"/>
                </a:moveTo>
                <a:cubicBezTo>
                  <a:pt x="690087" y="358432"/>
                  <a:pt x="1188931" y="-294000"/>
                  <a:pt x="2249561" y="141287"/>
                </a:cubicBezTo>
                <a:lnTo>
                  <a:pt x="2249561" y="1273828"/>
                </a:lnTo>
                <a:cubicBezTo>
                  <a:pt x="1762671" y="1220039"/>
                  <a:pt x="570560" y="550676"/>
                  <a:pt x="0" y="98695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800" dirty="0">
                <a:noFill/>
              </a:rPr>
              <a:t> </a:t>
            </a:r>
          </a:p>
        </p:txBody>
      </p:sp>
      <p:sp>
        <p:nvSpPr>
          <p:cNvPr id="5" name="Title 1">
            <a:extLst>
              <a:ext uri="{FF2B5EF4-FFF2-40B4-BE49-F238E27FC236}">
                <a16:creationId xmlns:a16="http://schemas.microsoft.com/office/drawing/2014/main" id="{B506B291-BD26-4DBD-A912-E9396BA1828C}"/>
              </a:ext>
            </a:extLst>
          </p:cNvPr>
          <p:cNvSpPr>
            <a:spLocks noGrp="1"/>
          </p:cNvSpPr>
          <p:nvPr>
            <p:ph type="title"/>
          </p:nvPr>
        </p:nvSpPr>
        <p:spPr>
          <a:xfrm>
            <a:off x="695326" y="1700811"/>
            <a:ext cx="10768680" cy="1224137"/>
          </a:xfrm>
        </p:spPr>
        <p:txBody>
          <a:bodyPr anchor="b">
            <a:noAutofit/>
          </a:bodyPr>
          <a:lstStyle>
            <a:lvl1pPr>
              <a:lnSpc>
                <a:spcPts val="5040"/>
              </a:lnSpc>
              <a:defRPr sz="4200">
                <a:solidFill>
                  <a:schemeClr val="accent1"/>
                </a:solidFill>
              </a:defRPr>
            </a:lvl1pPr>
          </a:lstStyle>
          <a:p>
            <a:r>
              <a:rPr lang="en-US"/>
              <a:t>Click to edit Master title style</a:t>
            </a:r>
            <a:endParaRPr lang="en-AU" dirty="0"/>
          </a:p>
        </p:txBody>
      </p:sp>
      <p:sp>
        <p:nvSpPr>
          <p:cNvPr id="6" name="Text Placeholder 6">
            <a:extLst>
              <a:ext uri="{FF2B5EF4-FFF2-40B4-BE49-F238E27FC236}">
                <a16:creationId xmlns:a16="http://schemas.microsoft.com/office/drawing/2014/main" id="{72AC3715-D94B-4A73-8E94-CAC9D5806F46}"/>
              </a:ext>
            </a:extLst>
          </p:cNvPr>
          <p:cNvSpPr>
            <a:spLocks noGrp="1"/>
          </p:cNvSpPr>
          <p:nvPr>
            <p:ph type="body" sz="quarter" idx="10"/>
          </p:nvPr>
        </p:nvSpPr>
        <p:spPr>
          <a:xfrm>
            <a:off x="695326" y="3113744"/>
            <a:ext cx="10768680" cy="2043451"/>
          </a:xfrm>
          <a:prstGeom prst="rect">
            <a:avLst/>
          </a:prstGeom>
        </p:spPr>
        <p:txBody>
          <a:bodyPr>
            <a:normAutofit/>
          </a:bodyPr>
          <a:lstStyle>
            <a:lvl1pPr marL="0" indent="0">
              <a:lnSpc>
                <a:spcPts val="3240"/>
              </a:lnSpc>
              <a:buNone/>
              <a:defRPr sz="2700">
                <a:solidFill>
                  <a:schemeClr val="accent1"/>
                </a:solidFill>
              </a:defRPr>
            </a:lvl1pPr>
          </a:lstStyle>
          <a:p>
            <a:pPr lvl="0"/>
            <a:r>
              <a:rPr lang="en-US"/>
              <a:t>Click to edit Master text styles</a:t>
            </a:r>
          </a:p>
        </p:txBody>
      </p:sp>
      <p:sp>
        <p:nvSpPr>
          <p:cNvPr id="7" name="Rectangle 6">
            <a:extLst>
              <a:ext uri="{FF2B5EF4-FFF2-40B4-BE49-F238E27FC236}">
                <a16:creationId xmlns:a16="http://schemas.microsoft.com/office/drawing/2014/main" id="{8CAE7FD6-C4AB-456C-8186-F8E8B285CBBD}"/>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0" name="Picture 9">
            <a:extLst>
              <a:ext uri="{FF2B5EF4-FFF2-40B4-BE49-F238E27FC236}">
                <a16:creationId xmlns:a16="http://schemas.microsoft.com/office/drawing/2014/main" id="{49CEDD3B-B2C6-4C8F-88C7-30EB2A949233}"/>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12" name="Footer Placeholder 11">
            <a:extLst>
              <a:ext uri="{FF2B5EF4-FFF2-40B4-BE49-F238E27FC236}">
                <a16:creationId xmlns:a16="http://schemas.microsoft.com/office/drawing/2014/main" id="{A25860B6-572B-42C8-98B4-41BF602CD44E}"/>
              </a:ext>
            </a:extLst>
          </p:cNvPr>
          <p:cNvSpPr>
            <a:spLocks noGrp="1"/>
          </p:cNvSpPr>
          <p:nvPr>
            <p:ph type="ftr" sz="quarter" idx="12"/>
          </p:nvPr>
        </p:nvSpPr>
        <p:spPr/>
        <p:txBody>
          <a:bodyPr/>
          <a:lstStyle/>
          <a:p>
            <a:endParaRPr lang="en-US" dirty="0"/>
          </a:p>
        </p:txBody>
      </p:sp>
      <p:sp>
        <p:nvSpPr>
          <p:cNvPr id="13" name="Slide Number Placeholder 12">
            <a:extLst>
              <a:ext uri="{FF2B5EF4-FFF2-40B4-BE49-F238E27FC236}">
                <a16:creationId xmlns:a16="http://schemas.microsoft.com/office/drawing/2014/main" id="{E4BE4F66-8978-4B9A-B365-ABFD2A461631}"/>
              </a:ext>
            </a:extLst>
          </p:cNvPr>
          <p:cNvSpPr>
            <a:spLocks noGrp="1"/>
          </p:cNvSpPr>
          <p:nvPr>
            <p:ph type="sldNum" sz="quarter" idx="13"/>
          </p:nvPr>
        </p:nvSpPr>
        <p:spPr/>
        <p:txBody>
          <a:bodyPr/>
          <a:lstStyle/>
          <a:p>
            <a:fld id="{E31375A4-56A4-47D6-9801-1991572033F7}" type="slidenum">
              <a:rPr lang="en-US" smtClean="0"/>
              <a:pPr/>
              <a:t>‹#›</a:t>
            </a:fld>
            <a:endParaRPr lang="en-US"/>
          </a:p>
        </p:txBody>
      </p:sp>
      <p:sp>
        <p:nvSpPr>
          <p:cNvPr id="14" name="Date Placeholder 13">
            <a:extLst>
              <a:ext uri="{FF2B5EF4-FFF2-40B4-BE49-F238E27FC236}">
                <a16:creationId xmlns:a16="http://schemas.microsoft.com/office/drawing/2014/main" id="{085400BA-682A-4644-881E-9D9BA0DAB8FC}"/>
              </a:ext>
            </a:extLst>
          </p:cNvPr>
          <p:cNvSpPr>
            <a:spLocks noGrp="1"/>
          </p:cNvSpPr>
          <p:nvPr>
            <p:ph type="dt" sz="half" idx="14"/>
          </p:nvPr>
        </p:nvSpPr>
        <p:spPr bwMode="white"/>
        <p:txBody>
          <a:bodyPr/>
          <a:lstStyle/>
          <a:p>
            <a:fld id="{DF5B992A-C7CE-40E0-B9C6-43658AA3D267}" type="datetime1">
              <a:rPr lang="en-US" smtClean="0"/>
              <a:t>12/12/2022</a:t>
            </a:fld>
            <a:endParaRPr lang="en-US" dirty="0"/>
          </a:p>
        </p:txBody>
      </p:sp>
    </p:spTree>
    <p:extLst>
      <p:ext uri="{BB962C8B-B14F-4D97-AF65-F5344CB8AC3E}">
        <p14:creationId xmlns:p14="http://schemas.microsoft.com/office/powerpoint/2010/main" val="146774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4DB10F3-61E9-4E77-9DC7-82D405E3EBBB}"/>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10" name="Content Placeholder 9">
            <a:extLst>
              <a:ext uri="{FF2B5EF4-FFF2-40B4-BE49-F238E27FC236}">
                <a16:creationId xmlns:a16="http://schemas.microsoft.com/office/drawing/2014/main" id="{2DB2C94B-2557-442B-9A14-97C40CD6AB85}"/>
              </a:ext>
            </a:extLst>
          </p:cNvPr>
          <p:cNvSpPr>
            <a:spLocks noGrp="1"/>
          </p:cNvSpPr>
          <p:nvPr>
            <p:ph sz="quarter" idx="10"/>
          </p:nvPr>
        </p:nvSpPr>
        <p:spPr>
          <a:xfrm>
            <a:off x="695326" y="1700213"/>
            <a:ext cx="10801350" cy="4608512"/>
          </a:xfrm>
          <a:prstGeom prst="rect">
            <a:avLst/>
          </a:prstGeom>
        </p:spPr>
        <p:txBody>
          <a:bodyPr/>
          <a:lstStyle>
            <a:lvl1pPr>
              <a:defRPr lang="en-US" dirty="0"/>
            </a:lvl1pPr>
            <a:lvl2pPr>
              <a:defRPr lang="en-US" dirty="0"/>
            </a:lvl2pPr>
            <a:lvl3pPr>
              <a:defRPr lang="en-US" dirty="0"/>
            </a:lvl3pPr>
            <a:lvl4pPr>
              <a:defRPr lang="en-US" dirty="0"/>
            </a:lvl4pPr>
            <a:lvl5pPr>
              <a:spcBef>
                <a:spcPts val="1200"/>
              </a:spcBef>
              <a:defRPr lang="en-US" dirty="0"/>
            </a:lvl5pPr>
            <a:lvl6pPr>
              <a:defRPr lang="en-AU" dirty="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3">
            <a:extLst>
              <a:ext uri="{FF2B5EF4-FFF2-40B4-BE49-F238E27FC236}">
                <a16:creationId xmlns:a16="http://schemas.microsoft.com/office/drawing/2014/main" id="{5184708F-CDEB-4FFB-9113-878D6AE04045}"/>
              </a:ext>
            </a:extLst>
          </p:cNvPr>
          <p:cNvSpPr>
            <a:spLocks noGrp="1"/>
          </p:cNvSpPr>
          <p:nvPr>
            <p:ph type="title"/>
          </p:nvPr>
        </p:nvSpPr>
        <p:spPr/>
        <p:txBody>
          <a:bodyPr/>
          <a:lstStyle/>
          <a:p>
            <a:r>
              <a:rPr lang="en-US"/>
              <a:t>Click to edit Master title style</a:t>
            </a:r>
            <a:endParaRPr lang="en-AU" dirty="0"/>
          </a:p>
        </p:txBody>
      </p:sp>
      <p:sp>
        <p:nvSpPr>
          <p:cNvPr id="8" name="Text Placeholder 5">
            <a:extLst>
              <a:ext uri="{FF2B5EF4-FFF2-40B4-BE49-F238E27FC236}">
                <a16:creationId xmlns:a16="http://schemas.microsoft.com/office/drawing/2014/main" id="{766B75CD-5CD6-4D07-B08A-ACCB61480F59}"/>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5" name="Footer Placeholder 4">
            <a:extLst>
              <a:ext uri="{FF2B5EF4-FFF2-40B4-BE49-F238E27FC236}">
                <a16:creationId xmlns:a16="http://schemas.microsoft.com/office/drawing/2014/main" id="{246DB8A7-6976-473B-BF64-0813975EEBBB}"/>
              </a:ext>
            </a:extLst>
          </p:cNvPr>
          <p:cNvSpPr>
            <a:spLocks noGrp="1"/>
          </p:cNvSpPr>
          <p:nvPr>
            <p:ph type="ftr" sz="quarter" idx="17"/>
          </p:nvPr>
        </p:nvSpPr>
        <p:spPr/>
        <p:txBody>
          <a:bodyPr/>
          <a:lstStyle/>
          <a:p>
            <a:endParaRPr lang="en-US" dirty="0"/>
          </a:p>
        </p:txBody>
      </p:sp>
      <p:sp>
        <p:nvSpPr>
          <p:cNvPr id="7" name="Slide Number Placeholder 6">
            <a:extLst>
              <a:ext uri="{FF2B5EF4-FFF2-40B4-BE49-F238E27FC236}">
                <a16:creationId xmlns:a16="http://schemas.microsoft.com/office/drawing/2014/main" id="{C50E6DF7-2887-45E5-8CD1-2FCDFD70911D}"/>
              </a:ext>
            </a:extLst>
          </p:cNvPr>
          <p:cNvSpPr>
            <a:spLocks noGrp="1"/>
          </p:cNvSpPr>
          <p:nvPr>
            <p:ph type="sldNum" sz="quarter" idx="18"/>
          </p:nvPr>
        </p:nvSpPr>
        <p:spPr/>
        <p:txBody>
          <a:bodyPr/>
          <a:lstStyle/>
          <a:p>
            <a:fld id="{E31375A4-56A4-47D6-9801-1991572033F7}" type="slidenum">
              <a:rPr lang="en-US" smtClean="0"/>
              <a:pPr/>
              <a:t>‹#›</a:t>
            </a:fld>
            <a:endParaRPr lang="en-US"/>
          </a:p>
        </p:txBody>
      </p:sp>
      <p:pic>
        <p:nvPicPr>
          <p:cNvPr id="12" name="Picture 11">
            <a:extLst>
              <a:ext uri="{FF2B5EF4-FFF2-40B4-BE49-F238E27FC236}">
                <a16:creationId xmlns:a16="http://schemas.microsoft.com/office/drawing/2014/main" id="{65099731-84D7-49CC-91E0-CE4B0734675A}"/>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11" name="TextBox 10">
            <a:extLst>
              <a:ext uri="{FF2B5EF4-FFF2-40B4-BE49-F238E27FC236}">
                <a16:creationId xmlns:a16="http://schemas.microsoft.com/office/drawing/2014/main" id="{7CCA4A0C-C5B9-45ED-9D64-B274EE980802}"/>
              </a:ext>
            </a:extLst>
          </p:cNvPr>
          <p:cNvSpPr txBox="1"/>
          <p:nvPr/>
        </p:nvSpPr>
        <p:spPr>
          <a:xfrm>
            <a:off x="8096810" y="6518190"/>
            <a:ext cx="2391677" cy="241200"/>
          </a:xfrm>
          <a:prstGeom prst="rect">
            <a:avLst/>
          </a:prstGeom>
          <a:noFill/>
        </p:spPr>
        <p:txBody>
          <a:bodyPr wrap="square" lIns="0" tIns="0" rIns="0" bIns="0" rtlCol="0" anchor="ctr">
            <a:noAutofit/>
          </a:bodyPr>
          <a:lstStyle/>
          <a:p>
            <a:r>
              <a:rPr lang="en-AU" sz="800" dirty="0"/>
              <a:t>CRICOS code 00025B</a:t>
            </a:r>
          </a:p>
        </p:txBody>
      </p:sp>
      <p:sp>
        <p:nvSpPr>
          <p:cNvPr id="14" name="Date Placeholder 2">
            <a:extLst>
              <a:ext uri="{FF2B5EF4-FFF2-40B4-BE49-F238E27FC236}">
                <a16:creationId xmlns:a16="http://schemas.microsoft.com/office/drawing/2014/main" id="{59BA0F0A-82FA-4477-B553-959A8EFB7E8F}"/>
              </a:ext>
            </a:extLst>
          </p:cNvPr>
          <p:cNvSpPr>
            <a:spLocks noGrp="1"/>
          </p:cNvSpPr>
          <p:nvPr>
            <p:ph type="dt" sz="half" idx="2"/>
          </p:nvPr>
        </p:nvSpPr>
        <p:spPr bwMode="white">
          <a:xfrm>
            <a:off x="695325" y="151136"/>
            <a:ext cx="3384549" cy="241200"/>
          </a:xfrm>
          <a:prstGeom prst="rect">
            <a:avLst/>
          </a:prstGeom>
        </p:spPr>
        <p:txBody>
          <a:bodyPr vert="horz" lIns="0" tIns="0" rIns="0" bIns="0" rtlCol="0" anchor="t"/>
          <a:lstStyle>
            <a:lvl1pPr algn="l">
              <a:lnSpc>
                <a:spcPct val="80000"/>
              </a:lnSpc>
              <a:defRPr sz="1000">
                <a:solidFill>
                  <a:schemeClr val="bg1"/>
                </a:solidFill>
              </a:defRPr>
            </a:lvl1pPr>
          </a:lstStyle>
          <a:p>
            <a:fld id="{8598DD75-F569-458E-B324-17E2AC47B575}" type="datetime1">
              <a:rPr lang="en-US" smtClean="0"/>
              <a:t>12/12/2022</a:t>
            </a:fld>
            <a:endParaRPr lang="en-US" dirty="0"/>
          </a:p>
        </p:txBody>
      </p:sp>
    </p:spTree>
    <p:extLst>
      <p:ext uri="{BB962C8B-B14F-4D97-AF65-F5344CB8AC3E}">
        <p14:creationId xmlns:p14="http://schemas.microsoft.com/office/powerpoint/2010/main" val="3510375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E617285-D1B4-4CCD-B438-9B032C51AF79}"/>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3" name="Content Placeholder 2"/>
          <p:cNvSpPr>
            <a:spLocks noGrp="1"/>
          </p:cNvSpPr>
          <p:nvPr>
            <p:ph sz="half" idx="1"/>
          </p:nvPr>
        </p:nvSpPr>
        <p:spPr>
          <a:xfrm>
            <a:off x="695325" y="1700213"/>
            <a:ext cx="5218859" cy="4608515"/>
          </a:xfrm>
          <a:prstGeom prst="rect">
            <a:avLst/>
          </a:prstGeom>
        </p:spPr>
        <p:txBody>
          <a:bodyPr>
            <a:normAutofit/>
          </a:bodyPr>
          <a:lstStyle>
            <a:lvl1pPr>
              <a:defRPr lang="en-US" dirty="0"/>
            </a:lvl1pPr>
            <a:lvl2pPr>
              <a:defRPr lang="en-US" dirty="0"/>
            </a:lvl2pPr>
            <a:lvl3pPr>
              <a:defRPr lang="en-US" dirty="0"/>
            </a:lvl3pPr>
            <a:lvl4pPr>
              <a:defRPr lang="en-US" dirty="0"/>
            </a:lvl4pPr>
            <a:lvl5pPr>
              <a:defRPr lang="en-US" sz="2400" dirty="0"/>
            </a:lvl5pPr>
            <a:lvl6pPr>
              <a:defRPr lang="en-AU" sz="2000" dirty="0"/>
            </a:lvl6pPr>
            <a:lvl7pPr>
              <a:defRPr lang="en-AU" dirty="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88619" y="1700213"/>
            <a:ext cx="5220000" cy="4608515"/>
          </a:xfrm>
          <a:prstGeom prst="rect">
            <a:avLst/>
          </a:prstGeom>
        </p:spPr>
        <p:txBody>
          <a:bodyPr>
            <a:normAutofit/>
          </a:bodyPr>
          <a:lstStyle>
            <a:lvl1pPr>
              <a:defRPr lang="en-US" dirty="0"/>
            </a:lvl1pPr>
            <a:lvl2pPr>
              <a:defRPr lang="en-US" dirty="0"/>
            </a:lvl2pPr>
            <a:lvl3pPr>
              <a:defRPr lang="en-US" dirty="0"/>
            </a:lvl3pPr>
            <a:lvl4pPr>
              <a:defRPr lang="en-US" dirty="0"/>
            </a:lvl4pPr>
            <a:lvl5pPr>
              <a:defRPr lang="en-AU" dirty="0"/>
            </a:lvl5pPr>
            <a:lvl6pPr>
              <a:defRPr lang="en-AU" dirty="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Title 7">
            <a:extLst>
              <a:ext uri="{FF2B5EF4-FFF2-40B4-BE49-F238E27FC236}">
                <a16:creationId xmlns:a16="http://schemas.microsoft.com/office/drawing/2014/main" id="{E9C4661F-54FC-4886-BD67-853118646F4D}"/>
              </a:ext>
            </a:extLst>
          </p:cNvPr>
          <p:cNvSpPr>
            <a:spLocks noGrp="1"/>
          </p:cNvSpPr>
          <p:nvPr>
            <p:ph type="title"/>
          </p:nvPr>
        </p:nvSpPr>
        <p:spPr/>
        <p:txBody>
          <a:bodyPr/>
          <a:lstStyle/>
          <a:p>
            <a:r>
              <a:rPr lang="en-US"/>
              <a:t>Click to edit Master title style</a:t>
            </a:r>
            <a:endParaRPr lang="en-AU" dirty="0"/>
          </a:p>
        </p:txBody>
      </p:sp>
      <p:sp>
        <p:nvSpPr>
          <p:cNvPr id="10" name="Text Placeholder 5">
            <a:extLst>
              <a:ext uri="{FF2B5EF4-FFF2-40B4-BE49-F238E27FC236}">
                <a16:creationId xmlns:a16="http://schemas.microsoft.com/office/drawing/2014/main" id="{B8CF3B12-4A8B-4A18-B3B1-784A4DEDEF2B}"/>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pic>
        <p:nvPicPr>
          <p:cNvPr id="11" name="Picture 10">
            <a:extLst>
              <a:ext uri="{FF2B5EF4-FFF2-40B4-BE49-F238E27FC236}">
                <a16:creationId xmlns:a16="http://schemas.microsoft.com/office/drawing/2014/main" id="{E3275DB1-C9CB-4BE5-B284-7833AD902813}"/>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5" name="Date Placeholder 4">
            <a:extLst>
              <a:ext uri="{FF2B5EF4-FFF2-40B4-BE49-F238E27FC236}">
                <a16:creationId xmlns:a16="http://schemas.microsoft.com/office/drawing/2014/main" id="{5CB261A5-F8C2-49CF-AE4B-80932D43C55C}"/>
              </a:ext>
            </a:extLst>
          </p:cNvPr>
          <p:cNvSpPr>
            <a:spLocks noGrp="1"/>
          </p:cNvSpPr>
          <p:nvPr>
            <p:ph type="dt" sz="half" idx="16"/>
          </p:nvPr>
        </p:nvSpPr>
        <p:spPr bwMode="white"/>
        <p:txBody>
          <a:bodyPr/>
          <a:lstStyle/>
          <a:p>
            <a:fld id="{BA5C9BD5-C914-4D37-8B2D-E4BC8CF934D7}" type="datetime1">
              <a:rPr lang="en-US" smtClean="0"/>
              <a:t>12/12/2022</a:t>
            </a:fld>
            <a:endParaRPr lang="en-US" dirty="0"/>
          </a:p>
        </p:txBody>
      </p:sp>
      <p:sp>
        <p:nvSpPr>
          <p:cNvPr id="9" name="Footer Placeholder 8">
            <a:extLst>
              <a:ext uri="{FF2B5EF4-FFF2-40B4-BE49-F238E27FC236}">
                <a16:creationId xmlns:a16="http://schemas.microsoft.com/office/drawing/2014/main" id="{F8BF24CA-767B-442B-A672-6C630273E4EA}"/>
              </a:ext>
            </a:extLst>
          </p:cNvPr>
          <p:cNvSpPr>
            <a:spLocks noGrp="1"/>
          </p:cNvSpPr>
          <p:nvPr>
            <p:ph type="ftr" sz="quarter" idx="17"/>
          </p:nvPr>
        </p:nvSpPr>
        <p:spPr/>
        <p:txBody>
          <a:bodyPr/>
          <a:lstStyle/>
          <a:p>
            <a:endParaRPr lang="en-US" dirty="0"/>
          </a:p>
        </p:txBody>
      </p:sp>
      <p:sp>
        <p:nvSpPr>
          <p:cNvPr id="13" name="Slide Number Placeholder 12">
            <a:extLst>
              <a:ext uri="{FF2B5EF4-FFF2-40B4-BE49-F238E27FC236}">
                <a16:creationId xmlns:a16="http://schemas.microsoft.com/office/drawing/2014/main" id="{85B269D8-1308-43E9-B2BF-264F017F03A8}"/>
              </a:ext>
            </a:extLst>
          </p:cNvPr>
          <p:cNvSpPr>
            <a:spLocks noGrp="1"/>
          </p:cNvSpPr>
          <p:nvPr>
            <p:ph type="sldNum" sz="quarter" idx="18"/>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984134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ubtitle &amp; Content">
    <p:spTree>
      <p:nvGrpSpPr>
        <p:cNvPr id="1" name=""/>
        <p:cNvGrpSpPr/>
        <p:nvPr/>
      </p:nvGrpSpPr>
      <p:grpSpPr>
        <a:xfrm>
          <a:off x="0" y="0"/>
          <a:ext cx="0" cy="0"/>
          <a:chOff x="0" y="0"/>
          <a:chExt cx="0" cy="0"/>
        </a:xfrm>
      </p:grpSpPr>
      <p:sp>
        <p:nvSpPr>
          <p:cNvPr id="12" name="Content Placeholder 9">
            <a:extLst>
              <a:ext uri="{FF2B5EF4-FFF2-40B4-BE49-F238E27FC236}">
                <a16:creationId xmlns:a16="http://schemas.microsoft.com/office/drawing/2014/main" id="{7DE9F9C2-C2B0-4B19-9F8F-A1280EA275C0}"/>
              </a:ext>
            </a:extLst>
          </p:cNvPr>
          <p:cNvSpPr>
            <a:spLocks noGrp="1"/>
          </p:cNvSpPr>
          <p:nvPr>
            <p:ph sz="quarter" idx="10"/>
          </p:nvPr>
        </p:nvSpPr>
        <p:spPr>
          <a:xfrm>
            <a:off x="695326" y="2276872"/>
            <a:ext cx="10801350" cy="4031853"/>
          </a:xfrm>
          <a:prstGeom prst="rect">
            <a:avLst/>
          </a:prstGeom>
        </p:spPr>
        <p:txBody>
          <a:bodyPr/>
          <a:lstStyle>
            <a:lvl1pPr>
              <a:defRPr lang="en-US" dirty="0"/>
            </a:lvl1pPr>
            <a:lvl2pPr>
              <a:defRPr lang="en-US" dirty="0"/>
            </a:lvl2pPr>
            <a:lvl3pPr>
              <a:defRPr lang="en-US" dirty="0"/>
            </a:lvl3pPr>
            <a:lvl4pPr>
              <a:defRPr lang="en-US" dirty="0"/>
            </a:lvl4pPr>
            <a:lvl5pPr>
              <a:spcBef>
                <a:spcPts val="1200"/>
              </a:spcBef>
              <a:defRPr lang="en-AU" dirty="0"/>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Text Placeholder 5">
            <a:extLst>
              <a:ext uri="{FF2B5EF4-FFF2-40B4-BE49-F238E27FC236}">
                <a16:creationId xmlns:a16="http://schemas.microsoft.com/office/drawing/2014/main" id="{41D6D02D-851A-425B-9382-05F6C6A21AE0}"/>
              </a:ext>
            </a:extLst>
          </p:cNvPr>
          <p:cNvSpPr>
            <a:spLocks noGrp="1"/>
          </p:cNvSpPr>
          <p:nvPr>
            <p:ph type="body" sz="quarter" idx="14" hasCustomPrompt="1"/>
          </p:nvPr>
        </p:nvSpPr>
        <p:spPr>
          <a:xfrm>
            <a:off x="695325" y="1700808"/>
            <a:ext cx="10801350" cy="504825"/>
          </a:xfrm>
        </p:spPr>
        <p:txBody>
          <a:bodyPr>
            <a:normAutofit/>
          </a:bodyPr>
          <a:lstStyle>
            <a:lvl1pPr>
              <a:defRPr sz="2000" b="1">
                <a:solidFill>
                  <a:schemeClr val="accent1"/>
                </a:solidFill>
              </a:defRPr>
            </a:lvl1pPr>
            <a:lvl2pPr marL="612" indent="0">
              <a:buNone/>
              <a:defRPr/>
            </a:lvl2pPr>
          </a:lstStyle>
          <a:p>
            <a:pPr lvl="0"/>
            <a:r>
              <a:rPr lang="en-US" dirty="0"/>
              <a:t>[Subtitle]</a:t>
            </a:r>
          </a:p>
        </p:txBody>
      </p:sp>
      <p:sp>
        <p:nvSpPr>
          <p:cNvPr id="13" name="Text Placeholder 5">
            <a:extLst>
              <a:ext uri="{FF2B5EF4-FFF2-40B4-BE49-F238E27FC236}">
                <a16:creationId xmlns:a16="http://schemas.microsoft.com/office/drawing/2014/main" id="{47739A71-8D07-4132-9F5A-AE8E3A1B32C3}"/>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D58DC2F2-9186-47D8-9B5E-AD01B90E6DDD}"/>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5" name="Picture 14">
            <a:extLst>
              <a:ext uri="{FF2B5EF4-FFF2-40B4-BE49-F238E27FC236}">
                <a16:creationId xmlns:a16="http://schemas.microsoft.com/office/drawing/2014/main" id="{EFCDB56B-4EE8-4A95-A470-557D6FBBEB41}"/>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3" name="Title 2">
            <a:extLst>
              <a:ext uri="{FF2B5EF4-FFF2-40B4-BE49-F238E27FC236}">
                <a16:creationId xmlns:a16="http://schemas.microsoft.com/office/drawing/2014/main" id="{FC6DF2CA-8642-47E7-98D3-A7019416AF60}"/>
              </a:ext>
            </a:extLst>
          </p:cNvPr>
          <p:cNvSpPr>
            <a:spLocks noGrp="1"/>
          </p:cNvSpPr>
          <p:nvPr>
            <p:ph type="title"/>
          </p:nvPr>
        </p:nvSpPr>
        <p:spPr/>
        <p:txBody>
          <a:bodyPr/>
          <a:lstStyle/>
          <a:p>
            <a:r>
              <a:rPr lang="en-US"/>
              <a:t>Click to edit Master title style</a:t>
            </a:r>
            <a:endParaRPr lang="en-AU" dirty="0"/>
          </a:p>
        </p:txBody>
      </p:sp>
      <p:sp>
        <p:nvSpPr>
          <p:cNvPr id="2" name="Date Placeholder 1">
            <a:extLst>
              <a:ext uri="{FF2B5EF4-FFF2-40B4-BE49-F238E27FC236}">
                <a16:creationId xmlns:a16="http://schemas.microsoft.com/office/drawing/2014/main" id="{129B2684-2D18-4E6D-8AA2-AD850CFD2770}"/>
              </a:ext>
            </a:extLst>
          </p:cNvPr>
          <p:cNvSpPr>
            <a:spLocks noGrp="1"/>
          </p:cNvSpPr>
          <p:nvPr>
            <p:ph type="dt" sz="half" idx="16"/>
          </p:nvPr>
        </p:nvSpPr>
        <p:spPr bwMode="white"/>
        <p:txBody>
          <a:bodyPr/>
          <a:lstStyle/>
          <a:p>
            <a:fld id="{052FE465-E9CA-4783-AF9C-9782E1338DC4}" type="datetime1">
              <a:rPr lang="en-US" smtClean="0"/>
              <a:t>12/12/2022</a:t>
            </a:fld>
            <a:endParaRPr lang="en-US" dirty="0"/>
          </a:p>
        </p:txBody>
      </p:sp>
      <p:sp>
        <p:nvSpPr>
          <p:cNvPr id="4" name="Footer Placeholder 3">
            <a:extLst>
              <a:ext uri="{FF2B5EF4-FFF2-40B4-BE49-F238E27FC236}">
                <a16:creationId xmlns:a16="http://schemas.microsoft.com/office/drawing/2014/main" id="{6EBC9286-B8FB-4658-B210-6BC87EB1E2EB}"/>
              </a:ext>
            </a:extLst>
          </p:cNvPr>
          <p:cNvSpPr>
            <a:spLocks noGrp="1"/>
          </p:cNvSpPr>
          <p:nvPr>
            <p:ph type="ftr" sz="quarter" idx="17"/>
          </p:nvPr>
        </p:nvSpPr>
        <p:spPr/>
        <p:txBody>
          <a:bodyPr/>
          <a:lstStyle/>
          <a:p>
            <a:endParaRPr lang="en-US" dirty="0"/>
          </a:p>
        </p:txBody>
      </p:sp>
      <p:sp>
        <p:nvSpPr>
          <p:cNvPr id="5" name="Slide Number Placeholder 4">
            <a:extLst>
              <a:ext uri="{FF2B5EF4-FFF2-40B4-BE49-F238E27FC236}">
                <a16:creationId xmlns:a16="http://schemas.microsoft.com/office/drawing/2014/main" id="{D8026DBB-B46A-4BB1-A99E-4F99BBBFE3FF}"/>
              </a:ext>
            </a:extLst>
          </p:cNvPr>
          <p:cNvSpPr>
            <a:spLocks noGrp="1"/>
          </p:cNvSpPr>
          <p:nvPr>
            <p:ph type="sldNum" sz="quarter" idx="18"/>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3344181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ubtitle, 2 Graphs">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2F89E8-AEA0-41B7-97D7-227B19E804EC}"/>
              </a:ext>
            </a:extLst>
          </p:cNvPr>
          <p:cNvSpPr>
            <a:spLocks noGrp="1"/>
          </p:cNvSpPr>
          <p:nvPr>
            <p:ph type="body" sz="quarter" idx="13" hasCustomPrompt="1"/>
          </p:nvPr>
        </p:nvSpPr>
        <p:spPr>
          <a:xfrm>
            <a:off x="695326" y="2279553"/>
            <a:ext cx="5220000" cy="360000"/>
          </a:xfrm>
          <a:prstGeom prst="rect">
            <a:avLst/>
          </a:prstGeom>
        </p:spPr>
        <p:txBody>
          <a:bodyPr>
            <a:noAutofit/>
          </a:bodyPr>
          <a:lstStyle>
            <a:lvl1pPr>
              <a:lnSpc>
                <a:spcPct val="100000"/>
              </a:lnSpc>
              <a:defRPr sz="1200">
                <a:solidFill>
                  <a:schemeClr val="accent1"/>
                </a:solidFill>
              </a:defRPr>
            </a:lvl1pPr>
            <a:lvl2pPr>
              <a:defRPr sz="1200">
                <a:solidFill>
                  <a:schemeClr val="accent1"/>
                </a:solidFill>
              </a:defRPr>
            </a:lvl2pPr>
            <a:lvl3pPr>
              <a:defRPr sz="1200">
                <a:solidFill>
                  <a:schemeClr val="accent1"/>
                </a:solidFill>
              </a:defRPr>
            </a:lvl3pPr>
            <a:lvl4pPr>
              <a:defRPr sz="1200">
                <a:solidFill>
                  <a:schemeClr val="accent1"/>
                </a:solidFill>
              </a:defRPr>
            </a:lvl4pPr>
            <a:lvl5pPr>
              <a:defRPr lang="en-AU" dirty="0"/>
            </a:lvl5pPr>
            <a:lvl6pPr>
              <a:defRPr b="0"/>
            </a:lvl6pPr>
          </a:lstStyle>
          <a:p>
            <a:pPr lvl="5"/>
            <a:r>
              <a:rPr lang="en-US" dirty="0"/>
              <a:t>[Graph title]</a:t>
            </a:r>
            <a:endParaRPr lang="en-AU" dirty="0"/>
          </a:p>
        </p:txBody>
      </p:sp>
      <p:sp>
        <p:nvSpPr>
          <p:cNvPr id="6" name="Content Placeholder 5">
            <a:extLst>
              <a:ext uri="{FF2B5EF4-FFF2-40B4-BE49-F238E27FC236}">
                <a16:creationId xmlns:a16="http://schemas.microsoft.com/office/drawing/2014/main" id="{5F93F161-17EB-4DA5-BE00-069D1277B92D}"/>
              </a:ext>
            </a:extLst>
          </p:cNvPr>
          <p:cNvSpPr>
            <a:spLocks noGrp="1"/>
          </p:cNvSpPr>
          <p:nvPr>
            <p:ph sz="quarter" idx="17"/>
          </p:nvPr>
        </p:nvSpPr>
        <p:spPr>
          <a:xfrm>
            <a:off x="695326" y="2696388"/>
            <a:ext cx="5220000" cy="3612337"/>
          </a:xfrm>
        </p:spPr>
        <p:txBody>
          <a:bodyPr/>
          <a:lstStyle>
            <a:lvl1pPr>
              <a:defRPr lang="en-US" dirty="0"/>
            </a:lvl1pPr>
            <a:lvl2pPr>
              <a:defRPr lang="en-US" dirty="0"/>
            </a:lvl2pPr>
            <a:lvl3pPr>
              <a:defRPr lang="en-US" dirty="0"/>
            </a:lvl3pPr>
            <a:lvl4pPr>
              <a:defRPr lang="en-US" dirty="0"/>
            </a:lvl4pPr>
            <a:lvl5pPr>
              <a:defRPr lang="en-AU"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5" name="Text Placeholder 6">
            <a:extLst>
              <a:ext uri="{FF2B5EF4-FFF2-40B4-BE49-F238E27FC236}">
                <a16:creationId xmlns:a16="http://schemas.microsoft.com/office/drawing/2014/main" id="{4324DF9C-3E8A-469C-8FC9-4938DAA32240}"/>
              </a:ext>
            </a:extLst>
          </p:cNvPr>
          <p:cNvSpPr>
            <a:spLocks noGrp="1"/>
          </p:cNvSpPr>
          <p:nvPr>
            <p:ph type="body" sz="quarter" idx="18" hasCustomPrompt="1"/>
          </p:nvPr>
        </p:nvSpPr>
        <p:spPr>
          <a:xfrm>
            <a:off x="6279511" y="2279553"/>
            <a:ext cx="5220000" cy="360000"/>
          </a:xfrm>
          <a:prstGeom prst="rect">
            <a:avLst/>
          </a:prstGeom>
        </p:spPr>
        <p:txBody>
          <a:bodyPr>
            <a:noAutofit/>
          </a:bodyPr>
          <a:lstStyle>
            <a:lvl1pPr>
              <a:lnSpc>
                <a:spcPct val="100000"/>
              </a:lnSpc>
              <a:defRPr sz="1200">
                <a:solidFill>
                  <a:schemeClr val="accent1"/>
                </a:solidFill>
              </a:defRPr>
            </a:lvl1pPr>
            <a:lvl2pPr>
              <a:defRPr sz="1200">
                <a:solidFill>
                  <a:schemeClr val="accent1"/>
                </a:solidFill>
              </a:defRPr>
            </a:lvl2pPr>
            <a:lvl3pPr>
              <a:defRPr sz="1200">
                <a:solidFill>
                  <a:schemeClr val="accent1"/>
                </a:solidFill>
              </a:defRPr>
            </a:lvl3pPr>
            <a:lvl4pPr>
              <a:defRPr sz="1200">
                <a:solidFill>
                  <a:schemeClr val="accent1"/>
                </a:solidFill>
              </a:defRPr>
            </a:lvl4pPr>
            <a:lvl5pPr>
              <a:defRPr lang="en-AU" dirty="0"/>
            </a:lvl5pPr>
            <a:lvl6pPr>
              <a:defRPr b="0"/>
            </a:lvl6pPr>
          </a:lstStyle>
          <a:p>
            <a:pPr lvl="5"/>
            <a:r>
              <a:rPr lang="en-US" dirty="0"/>
              <a:t>[Graph title]</a:t>
            </a:r>
            <a:endParaRPr lang="en-AU" dirty="0"/>
          </a:p>
        </p:txBody>
      </p:sp>
      <p:sp>
        <p:nvSpPr>
          <p:cNvPr id="16" name="Content Placeholder 5">
            <a:extLst>
              <a:ext uri="{FF2B5EF4-FFF2-40B4-BE49-F238E27FC236}">
                <a16:creationId xmlns:a16="http://schemas.microsoft.com/office/drawing/2014/main" id="{A027F0FB-D735-4865-B5EA-A50B34F47CA8}"/>
              </a:ext>
            </a:extLst>
          </p:cNvPr>
          <p:cNvSpPr>
            <a:spLocks noGrp="1"/>
          </p:cNvSpPr>
          <p:nvPr>
            <p:ph sz="quarter" idx="19"/>
          </p:nvPr>
        </p:nvSpPr>
        <p:spPr>
          <a:xfrm>
            <a:off x="6279511" y="2696388"/>
            <a:ext cx="5220000" cy="3612337"/>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1" name="Text Placeholder 5">
            <a:extLst>
              <a:ext uri="{FF2B5EF4-FFF2-40B4-BE49-F238E27FC236}">
                <a16:creationId xmlns:a16="http://schemas.microsoft.com/office/drawing/2014/main" id="{CAE7F11A-C7DA-440F-83D7-3571E1FAF17A}"/>
              </a:ext>
            </a:extLst>
          </p:cNvPr>
          <p:cNvSpPr>
            <a:spLocks noGrp="1"/>
          </p:cNvSpPr>
          <p:nvPr>
            <p:ph type="body" sz="quarter" idx="14" hasCustomPrompt="1"/>
          </p:nvPr>
        </p:nvSpPr>
        <p:spPr>
          <a:xfrm>
            <a:off x="695327" y="1699200"/>
            <a:ext cx="10772776" cy="504825"/>
          </a:xfrm>
        </p:spPr>
        <p:txBody>
          <a:bodyPr>
            <a:normAutofit/>
          </a:bodyPr>
          <a:lstStyle>
            <a:lvl1pPr>
              <a:defRPr sz="2000" b="1">
                <a:solidFill>
                  <a:schemeClr val="accent1"/>
                </a:solidFill>
              </a:defRPr>
            </a:lvl1pPr>
            <a:lvl2pPr marL="612" indent="0">
              <a:buNone/>
              <a:defRPr/>
            </a:lvl2pPr>
          </a:lstStyle>
          <a:p>
            <a:pPr lvl="0"/>
            <a:r>
              <a:rPr lang="en-US" dirty="0"/>
              <a:t>[Subtitle]</a:t>
            </a:r>
          </a:p>
        </p:txBody>
      </p:sp>
      <p:sp>
        <p:nvSpPr>
          <p:cNvPr id="13" name="Text Placeholder 5">
            <a:extLst>
              <a:ext uri="{FF2B5EF4-FFF2-40B4-BE49-F238E27FC236}">
                <a16:creationId xmlns:a16="http://schemas.microsoft.com/office/drawing/2014/main" id="{97ABDCDB-C6CD-4C8C-A5E2-31920BCF53A3}"/>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2" name="Rectangle 11">
            <a:extLst>
              <a:ext uri="{FF2B5EF4-FFF2-40B4-BE49-F238E27FC236}">
                <a16:creationId xmlns:a16="http://schemas.microsoft.com/office/drawing/2014/main" id="{71F7154F-DE85-4B92-BE63-FC9C5B0FC149}"/>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7" name="Picture 16">
            <a:extLst>
              <a:ext uri="{FF2B5EF4-FFF2-40B4-BE49-F238E27FC236}">
                <a16:creationId xmlns:a16="http://schemas.microsoft.com/office/drawing/2014/main" id="{6C08FAE1-741A-4147-AD4A-766CC098B78A}"/>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8" name="Title 7">
            <a:extLst>
              <a:ext uri="{FF2B5EF4-FFF2-40B4-BE49-F238E27FC236}">
                <a16:creationId xmlns:a16="http://schemas.microsoft.com/office/drawing/2014/main" id="{0701168E-769B-45DB-AFDD-B10DB12B4A9C}"/>
              </a:ext>
            </a:extLst>
          </p:cNvPr>
          <p:cNvSpPr>
            <a:spLocks noGrp="1"/>
          </p:cNvSpPr>
          <p:nvPr>
            <p:ph type="title"/>
          </p:nvPr>
        </p:nvSpPr>
        <p:spPr/>
        <p:txBody>
          <a:bodyPr/>
          <a:lstStyle/>
          <a:p>
            <a:r>
              <a:rPr lang="en-US"/>
              <a:t>Click to edit Master title style</a:t>
            </a:r>
            <a:endParaRPr lang="en-AU" dirty="0"/>
          </a:p>
        </p:txBody>
      </p:sp>
      <p:sp>
        <p:nvSpPr>
          <p:cNvPr id="2" name="Date Placeholder 1">
            <a:extLst>
              <a:ext uri="{FF2B5EF4-FFF2-40B4-BE49-F238E27FC236}">
                <a16:creationId xmlns:a16="http://schemas.microsoft.com/office/drawing/2014/main" id="{773B90A4-353C-48E3-A991-1B0A2B9809C7}"/>
              </a:ext>
            </a:extLst>
          </p:cNvPr>
          <p:cNvSpPr>
            <a:spLocks noGrp="1"/>
          </p:cNvSpPr>
          <p:nvPr>
            <p:ph type="dt" sz="half" idx="20"/>
          </p:nvPr>
        </p:nvSpPr>
        <p:spPr bwMode="white"/>
        <p:txBody>
          <a:bodyPr/>
          <a:lstStyle/>
          <a:p>
            <a:fld id="{C7574504-0505-4D30-B573-1BFA4AF0D6F2}" type="datetime1">
              <a:rPr lang="en-US" smtClean="0"/>
              <a:t>12/12/2022</a:t>
            </a:fld>
            <a:endParaRPr lang="en-US" dirty="0"/>
          </a:p>
        </p:txBody>
      </p:sp>
      <p:sp>
        <p:nvSpPr>
          <p:cNvPr id="9" name="Footer Placeholder 8">
            <a:extLst>
              <a:ext uri="{FF2B5EF4-FFF2-40B4-BE49-F238E27FC236}">
                <a16:creationId xmlns:a16="http://schemas.microsoft.com/office/drawing/2014/main" id="{40E684A2-92A1-4743-93DB-A2D5AFCE792F}"/>
              </a:ext>
            </a:extLst>
          </p:cNvPr>
          <p:cNvSpPr>
            <a:spLocks noGrp="1"/>
          </p:cNvSpPr>
          <p:nvPr>
            <p:ph type="ftr" sz="quarter" idx="21"/>
          </p:nvPr>
        </p:nvSpPr>
        <p:spPr/>
        <p:txBody>
          <a:bodyPr/>
          <a:lstStyle/>
          <a:p>
            <a:endParaRPr lang="en-US" dirty="0"/>
          </a:p>
        </p:txBody>
      </p:sp>
      <p:sp>
        <p:nvSpPr>
          <p:cNvPr id="10" name="Slide Number Placeholder 9">
            <a:extLst>
              <a:ext uri="{FF2B5EF4-FFF2-40B4-BE49-F238E27FC236}">
                <a16:creationId xmlns:a16="http://schemas.microsoft.com/office/drawing/2014/main" id="{3B228959-3C67-45BC-954A-A13981901278}"/>
              </a:ext>
            </a:extLst>
          </p:cNvPr>
          <p:cNvSpPr>
            <a:spLocks noGrp="1"/>
          </p:cNvSpPr>
          <p:nvPr>
            <p:ph type="sldNum" sz="quarter" idx="22"/>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2743312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ntent Layout Horizontal">
    <p:spTree>
      <p:nvGrpSpPr>
        <p:cNvPr id="1" name=""/>
        <p:cNvGrpSpPr/>
        <p:nvPr/>
      </p:nvGrpSpPr>
      <p:grpSpPr>
        <a:xfrm>
          <a:off x="0" y="0"/>
          <a:ext cx="0" cy="0"/>
          <a:chOff x="0" y="0"/>
          <a:chExt cx="0" cy="0"/>
        </a:xfrm>
      </p:grpSpPr>
      <p:sp>
        <p:nvSpPr>
          <p:cNvPr id="3" name="Content Placeholder 2"/>
          <p:cNvSpPr>
            <a:spLocks noGrp="1"/>
          </p:cNvSpPr>
          <p:nvPr>
            <p:ph idx="1"/>
          </p:nvPr>
        </p:nvSpPr>
        <p:spPr>
          <a:xfrm>
            <a:off x="695325" y="1700212"/>
            <a:ext cx="10801350" cy="2160000"/>
          </a:xfrm>
          <a:prstGeom prst="rect">
            <a:avLst/>
          </a:prstGeom>
        </p:spPr>
        <p:txBody>
          <a:bodyPr/>
          <a:lstStyle>
            <a:lvl1pPr>
              <a:defRPr lang="en-US" dirty="0"/>
            </a:lvl1pPr>
            <a:lvl2pPr>
              <a:defRPr lang="en-US" dirty="0"/>
            </a:lvl2pPr>
            <a:lvl3pPr>
              <a:defRPr lang="en-US" dirty="0"/>
            </a:lvl3pPr>
            <a:lvl4pPr>
              <a:defRPr lang="en-US" dirty="0"/>
            </a:lvl4pPr>
            <a:lvl5pPr>
              <a:defRPr lang="en-US" dirty="0"/>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Content Placeholder 6"/>
          <p:cNvSpPr>
            <a:spLocks noGrp="1"/>
          </p:cNvSpPr>
          <p:nvPr>
            <p:ph sz="quarter" idx="13"/>
          </p:nvPr>
        </p:nvSpPr>
        <p:spPr>
          <a:xfrm>
            <a:off x="695325" y="4149320"/>
            <a:ext cx="10801350" cy="2160000"/>
          </a:xfrm>
          <a:prstGeom prst="rect">
            <a:avLst/>
          </a:prstGeom>
        </p:spPr>
        <p:txBody>
          <a:bodyPr/>
          <a:lstStyle>
            <a:lvl1pPr>
              <a:defRPr lang="en-US" dirty="0"/>
            </a:lvl1pPr>
            <a:lvl2pPr>
              <a:defRPr lang="en-US" dirty="0"/>
            </a:lvl2pPr>
            <a:lvl3pPr>
              <a:defRPr lang="en-US" dirty="0"/>
            </a:lvl3pPr>
            <a:lvl4pPr>
              <a:defRPr lang="en-US" dirty="0"/>
            </a:lvl4pPr>
            <a:lvl5pPr>
              <a:defRPr lang="en-US" dirty="0"/>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0" name="Text Placeholder 5">
            <a:extLst>
              <a:ext uri="{FF2B5EF4-FFF2-40B4-BE49-F238E27FC236}">
                <a16:creationId xmlns:a16="http://schemas.microsoft.com/office/drawing/2014/main" id="{B4204264-ED99-42CA-9AA0-998A63609F92}"/>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Rectangle 8">
            <a:extLst>
              <a:ext uri="{FF2B5EF4-FFF2-40B4-BE49-F238E27FC236}">
                <a16:creationId xmlns:a16="http://schemas.microsoft.com/office/drawing/2014/main" id="{6BF99E85-067E-4D25-84D4-D21BC7C23B71}"/>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2" name="Picture 11">
            <a:extLst>
              <a:ext uri="{FF2B5EF4-FFF2-40B4-BE49-F238E27FC236}">
                <a16:creationId xmlns:a16="http://schemas.microsoft.com/office/drawing/2014/main" id="{78C68E48-49B8-418B-BA86-C6FED8002F94}"/>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4" name="Title 3">
            <a:extLst>
              <a:ext uri="{FF2B5EF4-FFF2-40B4-BE49-F238E27FC236}">
                <a16:creationId xmlns:a16="http://schemas.microsoft.com/office/drawing/2014/main" id="{F21DDE5F-D7FC-442F-B28B-E2BE20514547}"/>
              </a:ext>
            </a:extLst>
          </p:cNvPr>
          <p:cNvSpPr>
            <a:spLocks noGrp="1"/>
          </p:cNvSpPr>
          <p:nvPr>
            <p:ph type="title"/>
          </p:nvPr>
        </p:nvSpPr>
        <p:spPr/>
        <p:txBody>
          <a:bodyPr/>
          <a:lstStyle/>
          <a:p>
            <a:r>
              <a:rPr lang="en-US"/>
              <a:t>Click to edit Master title style</a:t>
            </a:r>
            <a:endParaRPr lang="en-AU"/>
          </a:p>
        </p:txBody>
      </p:sp>
      <p:sp>
        <p:nvSpPr>
          <p:cNvPr id="11" name="Date Placeholder 10">
            <a:extLst>
              <a:ext uri="{FF2B5EF4-FFF2-40B4-BE49-F238E27FC236}">
                <a16:creationId xmlns:a16="http://schemas.microsoft.com/office/drawing/2014/main" id="{6104F0F0-FDFF-43C7-9188-2DB30D5D1563}"/>
              </a:ext>
            </a:extLst>
          </p:cNvPr>
          <p:cNvSpPr>
            <a:spLocks noGrp="1"/>
          </p:cNvSpPr>
          <p:nvPr>
            <p:ph type="dt" sz="half" idx="18"/>
          </p:nvPr>
        </p:nvSpPr>
        <p:spPr bwMode="white"/>
        <p:txBody>
          <a:bodyPr/>
          <a:lstStyle/>
          <a:p>
            <a:fld id="{D4B3A3B8-671C-4AD3-91B5-38FAC055BFC7}" type="datetime1">
              <a:rPr lang="en-US" smtClean="0"/>
              <a:t>12/12/2022</a:t>
            </a:fld>
            <a:endParaRPr lang="en-US" dirty="0"/>
          </a:p>
        </p:txBody>
      </p:sp>
      <p:sp>
        <p:nvSpPr>
          <p:cNvPr id="13" name="Footer Placeholder 12">
            <a:extLst>
              <a:ext uri="{FF2B5EF4-FFF2-40B4-BE49-F238E27FC236}">
                <a16:creationId xmlns:a16="http://schemas.microsoft.com/office/drawing/2014/main" id="{23BF6C02-0CA6-49E2-A373-73DF26BA1D21}"/>
              </a:ext>
            </a:extLst>
          </p:cNvPr>
          <p:cNvSpPr>
            <a:spLocks noGrp="1"/>
          </p:cNvSpPr>
          <p:nvPr>
            <p:ph type="ftr" sz="quarter" idx="19"/>
          </p:nvPr>
        </p:nvSpPr>
        <p:spPr/>
        <p:txBody>
          <a:bodyPr/>
          <a:lstStyle/>
          <a:p>
            <a:endParaRPr lang="en-US" dirty="0"/>
          </a:p>
        </p:txBody>
      </p:sp>
      <p:sp>
        <p:nvSpPr>
          <p:cNvPr id="14" name="Slide Number Placeholder 13">
            <a:extLst>
              <a:ext uri="{FF2B5EF4-FFF2-40B4-BE49-F238E27FC236}">
                <a16:creationId xmlns:a16="http://schemas.microsoft.com/office/drawing/2014/main" id="{D89DCE9D-2EC0-4E96-8676-B7755E0D22A7}"/>
              </a:ext>
            </a:extLst>
          </p:cNvPr>
          <p:cNvSpPr>
            <a:spLocks noGrp="1"/>
          </p:cNvSpPr>
          <p:nvPr>
            <p:ph type="sldNum" sz="quarter" idx="20"/>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1518517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DBFF82D3-6289-409B-A057-3D813BA14F7F}"/>
              </a:ext>
            </a:extLst>
          </p:cNvPr>
          <p:cNvSpPr>
            <a:spLocks noGrp="1"/>
          </p:cNvSpPr>
          <p:nvPr>
            <p:ph sz="quarter" idx="14"/>
          </p:nvPr>
        </p:nvSpPr>
        <p:spPr>
          <a:xfrm>
            <a:off x="695325" y="1700213"/>
            <a:ext cx="3384342" cy="4608512"/>
          </a:xfrm>
        </p:spPr>
        <p:txBody>
          <a:bodyPr/>
          <a:lstStyle>
            <a:lvl1pPr>
              <a:defRPr lang="en-US" dirty="0"/>
            </a:lvl1pPr>
            <a:lvl2pPr>
              <a:defRPr lang="en-US" dirty="0"/>
            </a:lvl2pPr>
            <a:lvl3pPr>
              <a:defRPr lang="en-US" dirty="0"/>
            </a:lvl3pPr>
            <a:lvl4pPr>
              <a:defRPr lang="en-US" dirty="0"/>
            </a:lvl4pPr>
            <a:lvl5pPr>
              <a:defRPr lang="en-US" dirty="0"/>
            </a:lvl5pPr>
            <a:lvl6pPr>
              <a:defRPr lang="en-AU" dirty="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Content Placeholder 6">
            <a:extLst>
              <a:ext uri="{FF2B5EF4-FFF2-40B4-BE49-F238E27FC236}">
                <a16:creationId xmlns:a16="http://schemas.microsoft.com/office/drawing/2014/main" id="{3F6BB689-6536-431A-8821-1D05F11A490B}"/>
              </a:ext>
            </a:extLst>
          </p:cNvPr>
          <p:cNvSpPr>
            <a:spLocks noGrp="1"/>
          </p:cNvSpPr>
          <p:nvPr>
            <p:ph sz="quarter" idx="15"/>
          </p:nvPr>
        </p:nvSpPr>
        <p:spPr>
          <a:xfrm>
            <a:off x="4406607" y="1700213"/>
            <a:ext cx="3384000" cy="4608512"/>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9" name="Content Placeholder 6">
            <a:extLst>
              <a:ext uri="{FF2B5EF4-FFF2-40B4-BE49-F238E27FC236}">
                <a16:creationId xmlns:a16="http://schemas.microsoft.com/office/drawing/2014/main" id="{DE3EE136-4551-4345-9B3F-12045A92B814}"/>
              </a:ext>
            </a:extLst>
          </p:cNvPr>
          <p:cNvSpPr>
            <a:spLocks noGrp="1"/>
          </p:cNvSpPr>
          <p:nvPr>
            <p:ph sz="quarter" idx="16"/>
          </p:nvPr>
        </p:nvSpPr>
        <p:spPr>
          <a:xfrm>
            <a:off x="8112597" y="1700213"/>
            <a:ext cx="3384000" cy="4608512"/>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Title 5">
            <a:extLst>
              <a:ext uri="{FF2B5EF4-FFF2-40B4-BE49-F238E27FC236}">
                <a16:creationId xmlns:a16="http://schemas.microsoft.com/office/drawing/2014/main" id="{7DA12390-A044-4D48-96A4-00A2D51D906B}"/>
              </a:ext>
            </a:extLst>
          </p:cNvPr>
          <p:cNvSpPr>
            <a:spLocks noGrp="1"/>
          </p:cNvSpPr>
          <p:nvPr>
            <p:ph type="title"/>
          </p:nvPr>
        </p:nvSpPr>
        <p:spPr/>
        <p:txBody>
          <a:bodyPr/>
          <a:lstStyle/>
          <a:p>
            <a:r>
              <a:rPr lang="en-US"/>
              <a:t>Click to edit Master title style</a:t>
            </a:r>
            <a:endParaRPr lang="en-AU" dirty="0"/>
          </a:p>
        </p:txBody>
      </p:sp>
      <p:sp>
        <p:nvSpPr>
          <p:cNvPr id="11" name="Text Placeholder 5">
            <a:extLst>
              <a:ext uri="{FF2B5EF4-FFF2-40B4-BE49-F238E27FC236}">
                <a16:creationId xmlns:a16="http://schemas.microsoft.com/office/drawing/2014/main" id="{60070F8D-A181-4941-8E6E-89B3B6A120EA}"/>
              </a:ext>
            </a:extLst>
          </p:cNvPr>
          <p:cNvSpPr>
            <a:spLocks noGrp="1"/>
          </p:cNvSpPr>
          <p:nvPr>
            <p:ph type="body" sz="quarter" idx="18"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FA713AAF-B990-435A-8393-8A687098057E}"/>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16E32DE4-D188-4655-B345-81AD0F7B8AEF}"/>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2" name="Date Placeholder 1">
            <a:extLst>
              <a:ext uri="{FF2B5EF4-FFF2-40B4-BE49-F238E27FC236}">
                <a16:creationId xmlns:a16="http://schemas.microsoft.com/office/drawing/2014/main" id="{E9B9DCCA-7638-41AF-BB97-E7C1ADB94B43}"/>
              </a:ext>
            </a:extLst>
          </p:cNvPr>
          <p:cNvSpPr>
            <a:spLocks noGrp="1"/>
          </p:cNvSpPr>
          <p:nvPr>
            <p:ph type="dt" sz="half" idx="19"/>
          </p:nvPr>
        </p:nvSpPr>
        <p:spPr bwMode="white"/>
        <p:txBody>
          <a:bodyPr/>
          <a:lstStyle/>
          <a:p>
            <a:fld id="{A22EDC3B-7948-43F1-8DD0-5F4911B96C60}" type="datetime1">
              <a:rPr lang="en-US" smtClean="0"/>
              <a:t>12/12/2022</a:t>
            </a:fld>
            <a:endParaRPr lang="en-US" dirty="0"/>
          </a:p>
        </p:txBody>
      </p:sp>
      <p:sp>
        <p:nvSpPr>
          <p:cNvPr id="12" name="Footer Placeholder 11">
            <a:extLst>
              <a:ext uri="{FF2B5EF4-FFF2-40B4-BE49-F238E27FC236}">
                <a16:creationId xmlns:a16="http://schemas.microsoft.com/office/drawing/2014/main" id="{B6506DFC-3F02-4673-B3B1-41D5834D7551}"/>
              </a:ext>
            </a:extLst>
          </p:cNvPr>
          <p:cNvSpPr>
            <a:spLocks noGrp="1"/>
          </p:cNvSpPr>
          <p:nvPr>
            <p:ph type="ftr" sz="quarter" idx="20"/>
          </p:nvPr>
        </p:nvSpPr>
        <p:spPr/>
        <p:txBody>
          <a:bodyPr/>
          <a:lstStyle/>
          <a:p>
            <a:endParaRPr lang="en-US" dirty="0"/>
          </a:p>
        </p:txBody>
      </p:sp>
      <p:sp>
        <p:nvSpPr>
          <p:cNvPr id="14" name="Slide Number Placeholder 13">
            <a:extLst>
              <a:ext uri="{FF2B5EF4-FFF2-40B4-BE49-F238E27FC236}">
                <a16:creationId xmlns:a16="http://schemas.microsoft.com/office/drawing/2014/main" id="{2F26CCD0-EFB3-4E19-A77F-85F3E0F33667}"/>
              </a:ext>
            </a:extLst>
          </p:cNvPr>
          <p:cNvSpPr>
            <a:spLocks noGrp="1"/>
          </p:cNvSpPr>
          <p:nvPr>
            <p:ph type="sldNum" sz="quarter" idx="21"/>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2178321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One Third Two Third 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407049" y="1700213"/>
            <a:ext cx="7089626"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Content Placeholder 2"/>
          <p:cNvSpPr>
            <a:spLocks noGrp="1"/>
          </p:cNvSpPr>
          <p:nvPr>
            <p:ph idx="10"/>
          </p:nvPr>
        </p:nvSpPr>
        <p:spPr>
          <a:xfrm>
            <a:off x="695325" y="1698659"/>
            <a:ext cx="3384000"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0" name="Text Placeholder 5">
            <a:extLst>
              <a:ext uri="{FF2B5EF4-FFF2-40B4-BE49-F238E27FC236}">
                <a16:creationId xmlns:a16="http://schemas.microsoft.com/office/drawing/2014/main" id="{A819475F-5544-4974-AE9E-4B8F82C06AFF}"/>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Rectangle 8">
            <a:extLst>
              <a:ext uri="{FF2B5EF4-FFF2-40B4-BE49-F238E27FC236}">
                <a16:creationId xmlns:a16="http://schemas.microsoft.com/office/drawing/2014/main" id="{FB7ADCB3-94A1-487D-85FB-8FFC9CDD03AB}"/>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2" name="Picture 11">
            <a:extLst>
              <a:ext uri="{FF2B5EF4-FFF2-40B4-BE49-F238E27FC236}">
                <a16:creationId xmlns:a16="http://schemas.microsoft.com/office/drawing/2014/main" id="{4198469F-EA11-46C7-AAEC-1DCCFFCDF452}"/>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ECD0CC0B-EDBE-4119-B030-67B593429642}"/>
              </a:ext>
            </a:extLst>
          </p:cNvPr>
          <p:cNvSpPr>
            <a:spLocks noGrp="1"/>
          </p:cNvSpPr>
          <p:nvPr>
            <p:ph type="title"/>
          </p:nvPr>
        </p:nvSpPr>
        <p:spPr/>
        <p:txBody>
          <a:bodyPr/>
          <a:lstStyle/>
          <a:p>
            <a:r>
              <a:rPr lang="en-US"/>
              <a:t>Click to edit Master title style</a:t>
            </a:r>
            <a:endParaRPr lang="en-AU" dirty="0"/>
          </a:p>
        </p:txBody>
      </p:sp>
      <p:sp>
        <p:nvSpPr>
          <p:cNvPr id="2" name="Date Placeholder 1">
            <a:extLst>
              <a:ext uri="{FF2B5EF4-FFF2-40B4-BE49-F238E27FC236}">
                <a16:creationId xmlns:a16="http://schemas.microsoft.com/office/drawing/2014/main" id="{25DE031C-D81B-4218-94A1-8E617EC68AED}"/>
              </a:ext>
            </a:extLst>
          </p:cNvPr>
          <p:cNvSpPr>
            <a:spLocks noGrp="1"/>
          </p:cNvSpPr>
          <p:nvPr>
            <p:ph type="dt" sz="half" idx="16"/>
          </p:nvPr>
        </p:nvSpPr>
        <p:spPr bwMode="white"/>
        <p:txBody>
          <a:bodyPr/>
          <a:lstStyle/>
          <a:p>
            <a:fld id="{8E4220B2-6A43-4EB4-9FBB-3519249F6082}" type="datetime1">
              <a:rPr lang="en-US" smtClean="0"/>
              <a:t>12/12/2022</a:t>
            </a:fld>
            <a:endParaRPr lang="en-US" dirty="0"/>
          </a:p>
        </p:txBody>
      </p:sp>
      <p:sp>
        <p:nvSpPr>
          <p:cNvPr id="11" name="Footer Placeholder 10">
            <a:extLst>
              <a:ext uri="{FF2B5EF4-FFF2-40B4-BE49-F238E27FC236}">
                <a16:creationId xmlns:a16="http://schemas.microsoft.com/office/drawing/2014/main" id="{78C5C398-3572-4EB0-8F84-1F6673C9A658}"/>
              </a:ext>
            </a:extLst>
          </p:cNvPr>
          <p:cNvSpPr>
            <a:spLocks noGrp="1"/>
          </p:cNvSpPr>
          <p:nvPr>
            <p:ph type="ftr" sz="quarter" idx="17"/>
          </p:nvPr>
        </p:nvSpPr>
        <p:spPr/>
        <p:txBody>
          <a:bodyPr/>
          <a:lstStyle/>
          <a:p>
            <a:endParaRPr lang="en-US" dirty="0"/>
          </a:p>
        </p:txBody>
      </p:sp>
      <p:sp>
        <p:nvSpPr>
          <p:cNvPr id="13" name="Slide Number Placeholder 12">
            <a:extLst>
              <a:ext uri="{FF2B5EF4-FFF2-40B4-BE49-F238E27FC236}">
                <a16:creationId xmlns:a16="http://schemas.microsoft.com/office/drawing/2014/main" id="{D2D565BB-C9BB-4EEC-9693-6827A3D09DE8}"/>
              </a:ext>
            </a:extLst>
          </p:cNvPr>
          <p:cNvSpPr>
            <a:spLocks noGrp="1"/>
          </p:cNvSpPr>
          <p:nvPr>
            <p:ph type="sldNum" sz="quarter" idx="18"/>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2237297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Third One Third 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95326" y="1700213"/>
            <a:ext cx="7092000"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Content Placeholder 2"/>
          <p:cNvSpPr>
            <a:spLocks noGrp="1"/>
          </p:cNvSpPr>
          <p:nvPr>
            <p:ph idx="10"/>
          </p:nvPr>
        </p:nvSpPr>
        <p:spPr>
          <a:xfrm>
            <a:off x="8112676" y="1700213"/>
            <a:ext cx="3384000"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0" name="Text Placeholder 5">
            <a:extLst>
              <a:ext uri="{FF2B5EF4-FFF2-40B4-BE49-F238E27FC236}">
                <a16:creationId xmlns:a16="http://schemas.microsoft.com/office/drawing/2014/main" id="{99C00F56-0B94-47B9-B665-E10A225FC232}"/>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1" name="Rectangle 10">
            <a:extLst>
              <a:ext uri="{FF2B5EF4-FFF2-40B4-BE49-F238E27FC236}">
                <a16:creationId xmlns:a16="http://schemas.microsoft.com/office/drawing/2014/main" id="{B4415799-71FD-449D-8349-3495B06EE871}"/>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BCDEB36B-7D7C-483E-8547-AC6A66877EC0}"/>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8739D336-33BA-494B-81D0-9D8B47FD05AB}"/>
              </a:ext>
            </a:extLst>
          </p:cNvPr>
          <p:cNvSpPr>
            <a:spLocks noGrp="1"/>
          </p:cNvSpPr>
          <p:nvPr>
            <p:ph type="title"/>
          </p:nvPr>
        </p:nvSpPr>
        <p:spPr/>
        <p:txBody>
          <a:bodyPr/>
          <a:lstStyle/>
          <a:p>
            <a:r>
              <a:rPr lang="en-US"/>
              <a:t>Click to edit Master title style</a:t>
            </a:r>
            <a:endParaRPr lang="en-AU" dirty="0"/>
          </a:p>
        </p:txBody>
      </p:sp>
      <p:sp>
        <p:nvSpPr>
          <p:cNvPr id="5" name="Date Placeholder 4">
            <a:extLst>
              <a:ext uri="{FF2B5EF4-FFF2-40B4-BE49-F238E27FC236}">
                <a16:creationId xmlns:a16="http://schemas.microsoft.com/office/drawing/2014/main" id="{96FEF3A4-7665-47FA-8B69-9A4F31C18B06}"/>
              </a:ext>
            </a:extLst>
          </p:cNvPr>
          <p:cNvSpPr>
            <a:spLocks noGrp="1"/>
          </p:cNvSpPr>
          <p:nvPr>
            <p:ph type="dt" sz="half" idx="16"/>
          </p:nvPr>
        </p:nvSpPr>
        <p:spPr bwMode="white"/>
        <p:txBody>
          <a:bodyPr/>
          <a:lstStyle/>
          <a:p>
            <a:fld id="{642B18F8-156D-4937-85F0-05CCAF134DF1}" type="datetime1">
              <a:rPr lang="en-US" smtClean="0"/>
              <a:t>12/12/2022</a:t>
            </a:fld>
            <a:endParaRPr lang="en-US" dirty="0"/>
          </a:p>
        </p:txBody>
      </p:sp>
      <p:sp>
        <p:nvSpPr>
          <p:cNvPr id="8" name="Footer Placeholder 7">
            <a:extLst>
              <a:ext uri="{FF2B5EF4-FFF2-40B4-BE49-F238E27FC236}">
                <a16:creationId xmlns:a16="http://schemas.microsoft.com/office/drawing/2014/main" id="{55EE2261-AED3-448E-9AA6-9C9A5534417D}"/>
              </a:ext>
            </a:extLst>
          </p:cNvPr>
          <p:cNvSpPr>
            <a:spLocks noGrp="1"/>
          </p:cNvSpPr>
          <p:nvPr>
            <p:ph type="ftr" sz="quarter" idx="17"/>
          </p:nvPr>
        </p:nvSpPr>
        <p:spPr/>
        <p:txBody>
          <a:bodyPr/>
          <a:lstStyle/>
          <a:p>
            <a:endParaRPr lang="en-US" dirty="0"/>
          </a:p>
        </p:txBody>
      </p:sp>
      <p:sp>
        <p:nvSpPr>
          <p:cNvPr id="12" name="Slide Number Placeholder 11">
            <a:extLst>
              <a:ext uri="{FF2B5EF4-FFF2-40B4-BE49-F238E27FC236}">
                <a16:creationId xmlns:a16="http://schemas.microsoft.com/office/drawing/2014/main" id="{7A92BB03-FEDF-43D9-957F-2410F5D597BF}"/>
              </a:ext>
            </a:extLst>
          </p:cNvPr>
          <p:cNvSpPr>
            <a:spLocks noGrp="1"/>
          </p:cNvSpPr>
          <p:nvPr>
            <p:ph type="sldNum" sz="quarter" idx="18"/>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2143178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icture with Pullout">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0" y="624880"/>
            <a:ext cx="12191999" cy="6233119"/>
          </a:xfrm>
          <a:prstGeom prst="rect">
            <a:avLst/>
          </a:prstGeom>
          <a:solidFill>
            <a:schemeClr val="bg2"/>
          </a:solidFill>
        </p:spPr>
        <p:txBody>
          <a:bodyPr anchor="ctr"/>
          <a:lstStyle>
            <a:lvl1pPr marL="0" indent="0" algn="ctr">
              <a:spcBef>
                <a:spcPts val="0"/>
              </a:spcBef>
              <a:spcAft>
                <a:spcPts val="0"/>
              </a:spcAft>
              <a:buNone/>
              <a:defRPr lang="en-AU" dirty="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AU" dirty="0"/>
              <a:t>Click icon to add picture</a:t>
            </a:r>
            <a:br>
              <a:rPr lang="en-AU" dirty="0"/>
            </a:br>
            <a:br>
              <a:rPr lang="en-AU" dirty="0"/>
            </a:br>
            <a:br>
              <a:rPr lang="en-AU" dirty="0"/>
            </a:br>
            <a:endParaRPr lang="en-AU" dirty="0"/>
          </a:p>
        </p:txBody>
      </p:sp>
      <p:sp>
        <p:nvSpPr>
          <p:cNvPr id="11" name="Text Placeholder 6">
            <a:extLst>
              <a:ext uri="{FF2B5EF4-FFF2-40B4-BE49-F238E27FC236}">
                <a16:creationId xmlns:a16="http://schemas.microsoft.com/office/drawing/2014/main" id="{F90B2496-E1DB-4D4C-859D-CC14426C6917}"/>
              </a:ext>
            </a:extLst>
          </p:cNvPr>
          <p:cNvSpPr>
            <a:spLocks noGrp="1"/>
          </p:cNvSpPr>
          <p:nvPr>
            <p:ph type="body" sz="quarter" idx="19" hasCustomPrompt="1"/>
          </p:nvPr>
        </p:nvSpPr>
        <p:spPr>
          <a:xfrm>
            <a:off x="695328" y="1052514"/>
            <a:ext cx="3384548" cy="5263410"/>
          </a:xfrm>
          <a:prstGeom prst="rect">
            <a:avLst/>
          </a:prstGeom>
          <a:solidFill>
            <a:schemeClr val="bg1"/>
          </a:solidFill>
        </p:spPr>
        <p:txBody>
          <a:bodyPr lIns="180000" tIns="1260000" rIns="180000" bIns="180000" anchor="t">
            <a:normAutofit/>
          </a:bodyPr>
          <a:lstStyle>
            <a:lvl1pPr marL="285750" indent="-285750" algn="l">
              <a:buClr>
                <a:schemeClr val="bg1"/>
              </a:buClr>
              <a:buFont typeface="Arial" panose="020B0604020202020204" pitchFamily="34" charset="0"/>
              <a:buChar char="•"/>
              <a:defRPr lang="en-AU" dirty="0"/>
            </a:lvl1pPr>
          </a:lstStyle>
          <a:p>
            <a:pPr lvl="0"/>
            <a:r>
              <a:rPr lang="en-AU" dirty="0"/>
              <a:t>[Enter text – You can change the colour of this placeholder under the ‘Shape fill’ menu. Change shape width/height as preferred]</a:t>
            </a:r>
          </a:p>
        </p:txBody>
      </p:sp>
      <p:sp>
        <p:nvSpPr>
          <p:cNvPr id="2" name="Title 1">
            <a:extLst>
              <a:ext uri="{FF2B5EF4-FFF2-40B4-BE49-F238E27FC236}">
                <a16:creationId xmlns:a16="http://schemas.microsoft.com/office/drawing/2014/main" id="{DFCB796C-2145-4E36-9CCD-4A6E104CD86A}"/>
              </a:ext>
            </a:extLst>
          </p:cNvPr>
          <p:cNvSpPr>
            <a:spLocks noGrp="1"/>
          </p:cNvSpPr>
          <p:nvPr>
            <p:ph type="title" hasCustomPrompt="1"/>
          </p:nvPr>
        </p:nvSpPr>
        <p:spPr>
          <a:xfrm>
            <a:off x="1127448" y="1340768"/>
            <a:ext cx="2592288" cy="876470"/>
          </a:xfrm>
        </p:spPr>
        <p:txBody>
          <a:bodyPr anchor="t">
            <a:normAutofit/>
          </a:bodyPr>
          <a:lstStyle>
            <a:lvl1pPr>
              <a:defRPr sz="2800"/>
            </a:lvl1pPr>
          </a:lstStyle>
          <a:p>
            <a:r>
              <a:rPr lang="en-US" dirty="0"/>
              <a:t>[Title]</a:t>
            </a:r>
            <a:endParaRPr lang="en-AU" dirty="0"/>
          </a:p>
        </p:txBody>
      </p:sp>
      <p:sp>
        <p:nvSpPr>
          <p:cNvPr id="10" name="Text Placeholder 5">
            <a:extLst>
              <a:ext uri="{FF2B5EF4-FFF2-40B4-BE49-F238E27FC236}">
                <a16:creationId xmlns:a16="http://schemas.microsoft.com/office/drawing/2014/main" id="{D683528B-5613-4179-BFD8-DFE24675A848}"/>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2" name="Rectangle 11">
            <a:extLst>
              <a:ext uri="{FF2B5EF4-FFF2-40B4-BE49-F238E27FC236}">
                <a16:creationId xmlns:a16="http://schemas.microsoft.com/office/drawing/2014/main" id="{745D19A3-55E4-4A3E-B43F-B4D3EFBE1E1E}"/>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4" name="Picture 13">
            <a:extLst>
              <a:ext uri="{FF2B5EF4-FFF2-40B4-BE49-F238E27FC236}">
                <a16:creationId xmlns:a16="http://schemas.microsoft.com/office/drawing/2014/main" id="{71B58DF6-309B-4BE3-BBE4-1BA28FFD90EC}"/>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4" name="Date Placeholder 3">
            <a:extLst>
              <a:ext uri="{FF2B5EF4-FFF2-40B4-BE49-F238E27FC236}">
                <a16:creationId xmlns:a16="http://schemas.microsoft.com/office/drawing/2014/main" id="{FDC7D515-B4C3-44B8-9BAA-EEF692FA5A57}"/>
              </a:ext>
            </a:extLst>
          </p:cNvPr>
          <p:cNvSpPr>
            <a:spLocks noGrp="1"/>
          </p:cNvSpPr>
          <p:nvPr>
            <p:ph type="dt" sz="half" idx="20"/>
          </p:nvPr>
        </p:nvSpPr>
        <p:spPr bwMode="white"/>
        <p:txBody>
          <a:bodyPr/>
          <a:lstStyle/>
          <a:p>
            <a:fld id="{075A26F4-ED31-48DC-BDBF-E9E3B30DE30B}" type="datetime1">
              <a:rPr lang="en-US" smtClean="0"/>
              <a:t>12/12/2022</a:t>
            </a:fld>
            <a:endParaRPr lang="en-US" dirty="0"/>
          </a:p>
        </p:txBody>
      </p:sp>
      <p:sp>
        <p:nvSpPr>
          <p:cNvPr id="7" name="Footer Placeholder 6">
            <a:extLst>
              <a:ext uri="{FF2B5EF4-FFF2-40B4-BE49-F238E27FC236}">
                <a16:creationId xmlns:a16="http://schemas.microsoft.com/office/drawing/2014/main" id="{3309B167-7472-4F88-89E8-DAE2E0483964}"/>
              </a:ext>
            </a:extLst>
          </p:cNvPr>
          <p:cNvSpPr>
            <a:spLocks noGrp="1"/>
          </p:cNvSpPr>
          <p:nvPr>
            <p:ph type="ftr" sz="quarter" idx="21"/>
          </p:nvPr>
        </p:nvSpPr>
        <p:spPr/>
        <p:txBody>
          <a:bodyPr/>
          <a:lstStyle/>
          <a:p>
            <a:endParaRPr lang="en-US" dirty="0"/>
          </a:p>
        </p:txBody>
      </p:sp>
      <p:sp>
        <p:nvSpPr>
          <p:cNvPr id="8" name="Slide Number Placeholder 7">
            <a:extLst>
              <a:ext uri="{FF2B5EF4-FFF2-40B4-BE49-F238E27FC236}">
                <a16:creationId xmlns:a16="http://schemas.microsoft.com/office/drawing/2014/main" id="{47F249FB-FC55-456D-9BD4-C0130FDAB05E}"/>
              </a:ext>
            </a:extLst>
          </p:cNvPr>
          <p:cNvSpPr>
            <a:spLocks noGrp="1"/>
          </p:cNvSpPr>
          <p:nvPr>
            <p:ph type="sldNum" sz="quarter" idx="22"/>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2466424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695327" y="1700213"/>
            <a:ext cx="10801349" cy="4249107"/>
          </a:xfrm>
          <a:prstGeom prst="rect">
            <a:avLst/>
          </a:prstGeom>
          <a:solidFill>
            <a:schemeClr val="bg2"/>
          </a:solidFill>
        </p:spPr>
        <p:txBody>
          <a:bodyPr anchor="ctr"/>
          <a:lstStyle>
            <a:lvl1pPr marL="0" indent="0" algn="ctr">
              <a:spcBef>
                <a:spcPts val="0"/>
              </a:spcBef>
              <a:spcAft>
                <a:spcPts val="0"/>
              </a:spcAft>
              <a:buNone/>
              <a:defRPr lang="en-AU" dirty="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AU" dirty="0"/>
              <a:t>Click icon to add picture</a:t>
            </a:r>
            <a:br>
              <a:rPr lang="en-AU" dirty="0"/>
            </a:br>
            <a:br>
              <a:rPr lang="en-AU" dirty="0"/>
            </a:br>
            <a:br>
              <a:rPr lang="en-AU" dirty="0"/>
            </a:br>
            <a:endParaRPr lang="en-AU" dirty="0"/>
          </a:p>
        </p:txBody>
      </p:sp>
      <p:sp>
        <p:nvSpPr>
          <p:cNvPr id="4" name="Text Placeholder 3"/>
          <p:cNvSpPr>
            <a:spLocks noGrp="1"/>
          </p:cNvSpPr>
          <p:nvPr>
            <p:ph type="body" sz="half" idx="2" hasCustomPrompt="1"/>
          </p:nvPr>
        </p:nvSpPr>
        <p:spPr>
          <a:xfrm>
            <a:off x="695327" y="5949320"/>
            <a:ext cx="10801348" cy="360000"/>
          </a:xfrm>
          <a:prstGeom prst="rect">
            <a:avLst/>
          </a:prstGeo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0" name="Text Placeholder 5">
            <a:extLst>
              <a:ext uri="{FF2B5EF4-FFF2-40B4-BE49-F238E27FC236}">
                <a16:creationId xmlns:a16="http://schemas.microsoft.com/office/drawing/2014/main" id="{D683528B-5613-4179-BFD8-DFE24675A848}"/>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1" name="Rectangle 10">
            <a:extLst>
              <a:ext uri="{FF2B5EF4-FFF2-40B4-BE49-F238E27FC236}">
                <a16:creationId xmlns:a16="http://schemas.microsoft.com/office/drawing/2014/main" id="{61FA6F18-A6B9-4002-9AF5-5A621B0ECEA9}"/>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F6667976-37E5-419D-871B-FF7F3279A819}"/>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7" name="Title 6">
            <a:extLst>
              <a:ext uri="{FF2B5EF4-FFF2-40B4-BE49-F238E27FC236}">
                <a16:creationId xmlns:a16="http://schemas.microsoft.com/office/drawing/2014/main" id="{7328C3BB-E5DD-47D4-B3C1-7A89BC1FE841}"/>
              </a:ext>
            </a:extLst>
          </p:cNvPr>
          <p:cNvSpPr>
            <a:spLocks noGrp="1"/>
          </p:cNvSpPr>
          <p:nvPr>
            <p:ph type="title"/>
          </p:nvPr>
        </p:nvSpPr>
        <p:spPr/>
        <p:txBody>
          <a:bodyPr/>
          <a:lstStyle/>
          <a:p>
            <a:r>
              <a:rPr lang="en-US"/>
              <a:t>Click to edit Master title style</a:t>
            </a:r>
            <a:endParaRPr lang="en-AU" dirty="0"/>
          </a:p>
        </p:txBody>
      </p:sp>
      <p:sp>
        <p:nvSpPr>
          <p:cNvPr id="2" name="Date Placeholder 1">
            <a:extLst>
              <a:ext uri="{FF2B5EF4-FFF2-40B4-BE49-F238E27FC236}">
                <a16:creationId xmlns:a16="http://schemas.microsoft.com/office/drawing/2014/main" id="{FEBC86CC-8E6A-4F6A-BC10-D9D4BF0CE880}"/>
              </a:ext>
            </a:extLst>
          </p:cNvPr>
          <p:cNvSpPr>
            <a:spLocks noGrp="1"/>
          </p:cNvSpPr>
          <p:nvPr>
            <p:ph type="dt" sz="half" idx="16"/>
          </p:nvPr>
        </p:nvSpPr>
        <p:spPr bwMode="white"/>
        <p:txBody>
          <a:bodyPr/>
          <a:lstStyle/>
          <a:p>
            <a:fld id="{95C533E3-4570-4313-859E-0F2E288EAE3C}" type="datetime1">
              <a:rPr lang="en-US" smtClean="0"/>
              <a:t>12/12/2022</a:t>
            </a:fld>
            <a:endParaRPr lang="en-US" dirty="0"/>
          </a:p>
        </p:txBody>
      </p:sp>
      <p:sp>
        <p:nvSpPr>
          <p:cNvPr id="8" name="Footer Placeholder 7">
            <a:extLst>
              <a:ext uri="{FF2B5EF4-FFF2-40B4-BE49-F238E27FC236}">
                <a16:creationId xmlns:a16="http://schemas.microsoft.com/office/drawing/2014/main" id="{36E1B5CB-C615-403B-B182-EBCD5DAC9E67}"/>
              </a:ext>
            </a:extLst>
          </p:cNvPr>
          <p:cNvSpPr>
            <a:spLocks noGrp="1"/>
          </p:cNvSpPr>
          <p:nvPr>
            <p:ph type="ftr" sz="quarter" idx="17"/>
          </p:nvPr>
        </p:nvSpPr>
        <p:spPr/>
        <p:txBody>
          <a:bodyPr/>
          <a:lstStyle/>
          <a:p>
            <a:endParaRPr lang="en-US" dirty="0"/>
          </a:p>
        </p:txBody>
      </p:sp>
      <p:sp>
        <p:nvSpPr>
          <p:cNvPr id="12" name="Slide Number Placeholder 11">
            <a:extLst>
              <a:ext uri="{FF2B5EF4-FFF2-40B4-BE49-F238E27FC236}">
                <a16:creationId xmlns:a16="http://schemas.microsoft.com/office/drawing/2014/main" id="{FBA690D5-44C9-4D2D-925E-426FB8864D8D}"/>
              </a:ext>
            </a:extLst>
          </p:cNvPr>
          <p:cNvSpPr>
            <a:spLocks noGrp="1"/>
          </p:cNvSpPr>
          <p:nvPr>
            <p:ph type="sldNum" sz="quarter" idx="18"/>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1252891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xt with Image Two Third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CB39BD51-2E8D-4FDD-8EEB-A7A9070EDD67}"/>
              </a:ext>
            </a:extLst>
          </p:cNvPr>
          <p:cNvSpPr>
            <a:spLocks noGrp="1"/>
          </p:cNvSpPr>
          <p:nvPr>
            <p:ph type="pic" sz="quarter" idx="12" hasCustomPrompt="1"/>
          </p:nvPr>
        </p:nvSpPr>
        <p:spPr>
          <a:xfrm>
            <a:off x="4407048" y="630979"/>
            <a:ext cx="7784951" cy="6234196"/>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916" h="5593381">
                <a:moveTo>
                  <a:pt x="454" y="629"/>
                </a:moveTo>
                <a:lnTo>
                  <a:pt x="5198916" y="0"/>
                </a:lnTo>
                <a:lnTo>
                  <a:pt x="5198916" y="5587822"/>
                </a:lnTo>
                <a:lnTo>
                  <a:pt x="1718207" y="5593381"/>
                </a:lnTo>
                <a:cubicBezTo>
                  <a:pt x="689093" y="5283249"/>
                  <a:pt x="-8821" y="3998617"/>
                  <a:pt x="1791" y="3144946"/>
                </a:cubicBezTo>
                <a:cubicBezTo>
                  <a:pt x="3783" y="1941683"/>
                  <a:pt x="-1538" y="1203892"/>
                  <a:pt x="454" y="629"/>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6" name="Text Placeholder 5">
            <a:extLst>
              <a:ext uri="{FF2B5EF4-FFF2-40B4-BE49-F238E27FC236}">
                <a16:creationId xmlns:a16="http://schemas.microsoft.com/office/drawing/2014/main" id="{05B945E3-14E3-4804-9C19-FEC6CFB9A20D}"/>
              </a:ext>
            </a:extLst>
          </p:cNvPr>
          <p:cNvSpPr>
            <a:spLocks noGrp="1"/>
          </p:cNvSpPr>
          <p:nvPr>
            <p:ph type="body" sz="quarter" idx="13"/>
          </p:nvPr>
        </p:nvSpPr>
        <p:spPr>
          <a:xfrm>
            <a:off x="695326" y="2204864"/>
            <a:ext cx="3384000" cy="4093424"/>
          </a:xfrm>
          <a:prstGeom prst="rect">
            <a:avLst/>
          </a:prstGeom>
        </p:spPr>
        <p:txBody>
          <a:bodyPr/>
          <a:lstStyle>
            <a:lvl1pPr>
              <a:buNone/>
              <a:defRPr lang="en-US" dirty="0"/>
            </a:lvl1pPr>
            <a:lvl2pPr>
              <a:defRPr lang="en-US" dirty="0"/>
            </a:lvl2pPr>
            <a:lvl3pPr>
              <a:defRPr lang="en-US" dirty="0"/>
            </a:lvl3pPr>
            <a:lvl4pPr>
              <a:defRPr lang="en-US" dirty="0"/>
            </a:lvl4pPr>
            <a:lvl5pPr>
              <a:defRPr lang="en-US" dirty="0"/>
            </a:lvl5pPr>
            <a:lvl6pPr>
              <a:defRPr lang="en-AU" dirty="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9" name="Rectangle 8">
            <a:extLst>
              <a:ext uri="{FF2B5EF4-FFF2-40B4-BE49-F238E27FC236}">
                <a16:creationId xmlns:a16="http://schemas.microsoft.com/office/drawing/2014/main" id="{35F1548D-4CF2-410E-9EAF-5FFD92B8BD25}"/>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A4FFD650-D01F-491D-B510-1C0C7A868A64}"/>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2" name="Title 1">
            <a:extLst>
              <a:ext uri="{FF2B5EF4-FFF2-40B4-BE49-F238E27FC236}">
                <a16:creationId xmlns:a16="http://schemas.microsoft.com/office/drawing/2014/main" id="{E6DFCBBC-8906-4BED-9DB4-F37D43569C83}"/>
              </a:ext>
            </a:extLst>
          </p:cNvPr>
          <p:cNvSpPr>
            <a:spLocks noGrp="1"/>
          </p:cNvSpPr>
          <p:nvPr>
            <p:ph type="title"/>
          </p:nvPr>
        </p:nvSpPr>
        <p:spPr>
          <a:xfrm>
            <a:off x="695326" y="1052736"/>
            <a:ext cx="3384549" cy="1008112"/>
          </a:xfrm>
        </p:spPr>
        <p:txBody>
          <a:bodyPr anchor="t"/>
          <a:lstStyle/>
          <a:p>
            <a:r>
              <a:rPr lang="en-US"/>
              <a:t>Click to edit Master title style</a:t>
            </a:r>
            <a:endParaRPr lang="en-AU" dirty="0"/>
          </a:p>
        </p:txBody>
      </p:sp>
      <p:sp>
        <p:nvSpPr>
          <p:cNvPr id="7" name="Date Placeholder 6">
            <a:extLst>
              <a:ext uri="{FF2B5EF4-FFF2-40B4-BE49-F238E27FC236}">
                <a16:creationId xmlns:a16="http://schemas.microsoft.com/office/drawing/2014/main" id="{65FC9ED7-6517-494A-9E4C-6DF78B8356C4}"/>
              </a:ext>
            </a:extLst>
          </p:cNvPr>
          <p:cNvSpPr>
            <a:spLocks noGrp="1"/>
          </p:cNvSpPr>
          <p:nvPr>
            <p:ph type="dt" sz="half" idx="14"/>
          </p:nvPr>
        </p:nvSpPr>
        <p:spPr bwMode="white"/>
        <p:txBody>
          <a:bodyPr/>
          <a:lstStyle/>
          <a:p>
            <a:fld id="{44007699-D501-497A-B403-AE6E7FF81586}" type="datetime1">
              <a:rPr lang="en-US" smtClean="0"/>
              <a:t>12/12/2022</a:t>
            </a:fld>
            <a:endParaRPr lang="en-US" dirty="0"/>
          </a:p>
        </p:txBody>
      </p:sp>
      <p:sp>
        <p:nvSpPr>
          <p:cNvPr id="8" name="Footer Placeholder 7">
            <a:extLst>
              <a:ext uri="{FF2B5EF4-FFF2-40B4-BE49-F238E27FC236}">
                <a16:creationId xmlns:a16="http://schemas.microsoft.com/office/drawing/2014/main" id="{0DA6D18E-7831-44BE-9F27-A68CFE3B02CE}"/>
              </a:ext>
            </a:extLst>
          </p:cNvPr>
          <p:cNvSpPr>
            <a:spLocks noGrp="1"/>
          </p:cNvSpPr>
          <p:nvPr>
            <p:ph type="ftr" sz="quarter" idx="15"/>
          </p:nvPr>
        </p:nvSpPr>
        <p:spPr/>
        <p:txBody>
          <a:bodyPr/>
          <a:lstStyle/>
          <a:p>
            <a:endParaRPr lang="en-US" dirty="0"/>
          </a:p>
        </p:txBody>
      </p:sp>
      <p:sp>
        <p:nvSpPr>
          <p:cNvPr id="11" name="Slide Number Placeholder 10">
            <a:extLst>
              <a:ext uri="{FF2B5EF4-FFF2-40B4-BE49-F238E27FC236}">
                <a16:creationId xmlns:a16="http://schemas.microsoft.com/office/drawing/2014/main" id="{CBA412D2-A7E4-4007-BC7B-41EB3D0B601C}"/>
              </a:ext>
            </a:extLst>
          </p:cNvPr>
          <p:cNvSpPr>
            <a:spLocks noGrp="1"/>
          </p:cNvSpPr>
          <p:nvPr>
            <p:ph type="sldNum" sz="quarter" idx="16"/>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99508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xt with Image Half">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6099776" y="619522"/>
            <a:ext cx="6096132" cy="6238324"/>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3943363 w 4070093"/>
              <a:gd name="connsiteY1" fmla="*/ 324970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10480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5150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14049 w 4069424"/>
              <a:gd name="connsiteY0" fmla="*/ 174112 h 5602782"/>
              <a:gd name="connsiteX1" fmla="*/ 4068911 w 4069424"/>
              <a:gd name="connsiteY1" fmla="*/ 0 h 5602782"/>
              <a:gd name="connsiteX2" fmla="*/ 4068422 w 4069424"/>
              <a:gd name="connsiteY2" fmla="*/ 5600840 h 5602782"/>
              <a:gd name="connsiteX3" fmla="*/ 1716536 w 4069424"/>
              <a:gd name="connsiteY3" fmla="*/ 5602782 h 5602782"/>
              <a:gd name="connsiteX4" fmla="*/ 120 w 4069424"/>
              <a:gd name="connsiteY4" fmla="*/ 3154347 h 5602782"/>
              <a:gd name="connsiteX5" fmla="*/ 14049 w 4069424"/>
              <a:gd name="connsiteY5" fmla="*/ 174112 h 560278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4065493 w 4070093"/>
              <a:gd name="connsiteY1" fmla="*/ 51501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934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4333 h 5597085"/>
              <a:gd name="connsiteX1" fmla="*/ 4070582 w 4071095"/>
              <a:gd name="connsiteY1" fmla="*/ 0 h 5597085"/>
              <a:gd name="connsiteX2" fmla="*/ 4070093 w 4071095"/>
              <a:gd name="connsiteY2" fmla="*/ 5595143 h 5597085"/>
              <a:gd name="connsiteX3" fmla="*/ 1718207 w 4071095"/>
              <a:gd name="connsiteY3" fmla="*/ 5597085 h 5597085"/>
              <a:gd name="connsiteX4" fmla="*/ 1791 w 4071095"/>
              <a:gd name="connsiteY4" fmla="*/ 3148650 h 5597085"/>
              <a:gd name="connsiteX5" fmla="*/ 454 w 4071095"/>
              <a:gd name="connsiteY5" fmla="*/ 4333 h 5597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1095" h="5597085">
                <a:moveTo>
                  <a:pt x="454" y="4333"/>
                </a:moveTo>
                <a:lnTo>
                  <a:pt x="4070582" y="0"/>
                </a:lnTo>
                <a:cubicBezTo>
                  <a:pt x="4072539" y="1865237"/>
                  <a:pt x="4068136" y="3729906"/>
                  <a:pt x="4070093" y="5595143"/>
                </a:cubicBezTo>
                <a:lnTo>
                  <a:pt x="1718207" y="5597085"/>
                </a:lnTo>
                <a:cubicBezTo>
                  <a:pt x="689093" y="5286953"/>
                  <a:pt x="-8821" y="4002321"/>
                  <a:pt x="1791" y="3148650"/>
                </a:cubicBezTo>
                <a:cubicBezTo>
                  <a:pt x="3783" y="1945387"/>
                  <a:pt x="-1538" y="1207596"/>
                  <a:pt x="454" y="4333"/>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9" name="Text Placeholder 5">
            <a:extLst>
              <a:ext uri="{FF2B5EF4-FFF2-40B4-BE49-F238E27FC236}">
                <a16:creationId xmlns:a16="http://schemas.microsoft.com/office/drawing/2014/main" id="{9939388E-DE68-4319-9112-7BA5E2C40EB3}"/>
              </a:ext>
            </a:extLst>
          </p:cNvPr>
          <p:cNvSpPr>
            <a:spLocks noGrp="1"/>
          </p:cNvSpPr>
          <p:nvPr>
            <p:ph type="body" sz="quarter" idx="15"/>
          </p:nvPr>
        </p:nvSpPr>
        <p:spPr>
          <a:xfrm>
            <a:off x="695326" y="1700213"/>
            <a:ext cx="5208588"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spcAft>
                <a:spcPts val="600"/>
              </a:spcAft>
              <a:defRPr lang="en-US" dirty="0"/>
            </a:lvl5pPr>
            <a:lvl6pPr>
              <a:defRPr lang="en-AU" dirty="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1" name="Text Placeholder 5">
            <a:extLst>
              <a:ext uri="{FF2B5EF4-FFF2-40B4-BE49-F238E27FC236}">
                <a16:creationId xmlns:a16="http://schemas.microsoft.com/office/drawing/2014/main" id="{8E5BD460-2E08-418B-9ED2-FED7577890AA}"/>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9ED1E0F1-AFFA-42EB-BA75-DA2D4500467E}"/>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4" name="Picture 13">
            <a:extLst>
              <a:ext uri="{FF2B5EF4-FFF2-40B4-BE49-F238E27FC236}">
                <a16:creationId xmlns:a16="http://schemas.microsoft.com/office/drawing/2014/main" id="{9BE6FC7D-C34E-46C7-8941-E28D2138AB4A}"/>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13" name="Title 1">
            <a:extLst>
              <a:ext uri="{FF2B5EF4-FFF2-40B4-BE49-F238E27FC236}">
                <a16:creationId xmlns:a16="http://schemas.microsoft.com/office/drawing/2014/main" id="{080EDC1B-18C6-4124-ACB9-D441CF15FE5D}"/>
              </a:ext>
            </a:extLst>
          </p:cNvPr>
          <p:cNvSpPr>
            <a:spLocks noGrp="1"/>
          </p:cNvSpPr>
          <p:nvPr>
            <p:ph type="title"/>
          </p:nvPr>
        </p:nvSpPr>
        <p:spPr>
          <a:xfrm>
            <a:off x="695326" y="1052736"/>
            <a:ext cx="5208587" cy="468000"/>
          </a:xfrm>
        </p:spPr>
        <p:txBody>
          <a:bodyPr anchor="t"/>
          <a:lstStyle/>
          <a:p>
            <a:r>
              <a:rPr lang="en-US"/>
              <a:t>Click to edit Master title style</a:t>
            </a:r>
            <a:endParaRPr lang="en-AU" dirty="0"/>
          </a:p>
        </p:txBody>
      </p:sp>
      <p:sp>
        <p:nvSpPr>
          <p:cNvPr id="2" name="Date Placeholder 1">
            <a:extLst>
              <a:ext uri="{FF2B5EF4-FFF2-40B4-BE49-F238E27FC236}">
                <a16:creationId xmlns:a16="http://schemas.microsoft.com/office/drawing/2014/main" id="{97916337-F2DC-4078-961D-7B3BDA5209EB}"/>
              </a:ext>
            </a:extLst>
          </p:cNvPr>
          <p:cNvSpPr>
            <a:spLocks noGrp="1"/>
          </p:cNvSpPr>
          <p:nvPr>
            <p:ph type="dt" sz="half" idx="19"/>
          </p:nvPr>
        </p:nvSpPr>
        <p:spPr bwMode="white"/>
        <p:txBody>
          <a:bodyPr/>
          <a:lstStyle/>
          <a:p>
            <a:fld id="{C46CA20F-E20F-47A1-BA02-454E9F799039}" type="datetime1">
              <a:rPr lang="en-US" smtClean="0"/>
              <a:t>12/12/2022</a:t>
            </a:fld>
            <a:endParaRPr lang="en-US" dirty="0"/>
          </a:p>
        </p:txBody>
      </p:sp>
      <p:sp>
        <p:nvSpPr>
          <p:cNvPr id="6" name="Footer Placeholder 5">
            <a:extLst>
              <a:ext uri="{FF2B5EF4-FFF2-40B4-BE49-F238E27FC236}">
                <a16:creationId xmlns:a16="http://schemas.microsoft.com/office/drawing/2014/main" id="{8734EC9E-80A6-4F00-A6C2-0211431E31A4}"/>
              </a:ext>
            </a:extLst>
          </p:cNvPr>
          <p:cNvSpPr>
            <a:spLocks noGrp="1"/>
          </p:cNvSpPr>
          <p:nvPr>
            <p:ph type="ftr" sz="quarter" idx="20"/>
          </p:nvPr>
        </p:nvSpPr>
        <p:spPr/>
        <p:txBody>
          <a:bodyPr/>
          <a:lstStyle/>
          <a:p>
            <a:endParaRPr lang="en-US" dirty="0"/>
          </a:p>
        </p:txBody>
      </p:sp>
      <p:sp>
        <p:nvSpPr>
          <p:cNvPr id="7" name="Slide Number Placeholder 6">
            <a:extLst>
              <a:ext uri="{FF2B5EF4-FFF2-40B4-BE49-F238E27FC236}">
                <a16:creationId xmlns:a16="http://schemas.microsoft.com/office/drawing/2014/main" id="{EFD63467-2027-4D99-8858-F83AC8390523}"/>
              </a:ext>
            </a:extLst>
          </p:cNvPr>
          <p:cNvSpPr>
            <a:spLocks noGrp="1"/>
          </p:cNvSpPr>
          <p:nvPr>
            <p:ph type="sldNum" sz="quarter" idx="21"/>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1854795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xt with Image One Third">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8127980" y="619866"/>
            <a:ext cx="4065161" cy="6239970"/>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0093"/>
              <a:gd name="connsiteY0" fmla="*/ 0 h 5592752"/>
              <a:gd name="connsiteX1" fmla="*/ 2714232 w 4070093"/>
              <a:gd name="connsiteY1" fmla="*/ 3644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2714242"/>
              <a:gd name="connsiteY0" fmla="*/ 0 h 5592752"/>
              <a:gd name="connsiteX1" fmla="*/ 2714232 w 2714242"/>
              <a:gd name="connsiteY1" fmla="*/ 3644 h 5592752"/>
              <a:gd name="connsiteX2" fmla="*/ 2455391 w 2714242"/>
              <a:gd name="connsiteY2" fmla="*/ 5590810 h 5592752"/>
              <a:gd name="connsiteX3" fmla="*/ 1718207 w 2714242"/>
              <a:gd name="connsiteY3" fmla="*/ 5592752 h 5592752"/>
              <a:gd name="connsiteX4" fmla="*/ 1791 w 2714242"/>
              <a:gd name="connsiteY4" fmla="*/ 3144317 h 5592752"/>
              <a:gd name="connsiteX5" fmla="*/ 454 w 2714242"/>
              <a:gd name="connsiteY5" fmla="*/ 0 h 5592752"/>
              <a:gd name="connsiteX0" fmla="*/ 454 w 2714778"/>
              <a:gd name="connsiteY0" fmla="*/ 0 h 5596508"/>
              <a:gd name="connsiteX1" fmla="*/ 2714232 w 2714778"/>
              <a:gd name="connsiteY1" fmla="*/ 3644 h 5596508"/>
              <a:gd name="connsiteX2" fmla="*/ 2714070 w 2714778"/>
              <a:gd name="connsiteY2" fmla="*/ 5596508 h 5596508"/>
              <a:gd name="connsiteX3" fmla="*/ 1718207 w 2714778"/>
              <a:gd name="connsiteY3" fmla="*/ 5592752 h 5596508"/>
              <a:gd name="connsiteX4" fmla="*/ 1791 w 2714778"/>
              <a:gd name="connsiteY4" fmla="*/ 3144317 h 5596508"/>
              <a:gd name="connsiteX5" fmla="*/ 454 w 2714778"/>
              <a:gd name="connsiteY5" fmla="*/ 0 h 5596508"/>
              <a:gd name="connsiteX0" fmla="*/ 454 w 2714070"/>
              <a:gd name="connsiteY0" fmla="*/ 0 h 5596508"/>
              <a:gd name="connsiteX1" fmla="*/ 2709992 w 2714070"/>
              <a:gd name="connsiteY1" fmla="*/ 3644 h 5596508"/>
              <a:gd name="connsiteX2" fmla="*/ 2714070 w 2714070"/>
              <a:gd name="connsiteY2" fmla="*/ 5596508 h 5596508"/>
              <a:gd name="connsiteX3" fmla="*/ 1718207 w 2714070"/>
              <a:gd name="connsiteY3" fmla="*/ 5592752 h 5596508"/>
              <a:gd name="connsiteX4" fmla="*/ 1791 w 2714070"/>
              <a:gd name="connsiteY4" fmla="*/ 3144317 h 5596508"/>
              <a:gd name="connsiteX5" fmla="*/ 454 w 2714070"/>
              <a:gd name="connsiteY5" fmla="*/ 0 h 5596508"/>
              <a:gd name="connsiteX0" fmla="*/ 454 w 2714779"/>
              <a:gd name="connsiteY0" fmla="*/ 2054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2054 h 5598562"/>
              <a:gd name="connsiteX0" fmla="*/ 454 w 2714779"/>
              <a:gd name="connsiteY0" fmla="*/ 7751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7751 h 5598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4779" h="5598562">
                <a:moveTo>
                  <a:pt x="454" y="7751"/>
                </a:moveTo>
                <a:lnTo>
                  <a:pt x="2714233" y="0"/>
                </a:lnTo>
                <a:cubicBezTo>
                  <a:pt x="2716190" y="1865237"/>
                  <a:pt x="2712113" y="3733325"/>
                  <a:pt x="2714070" y="5598562"/>
                </a:cubicBezTo>
                <a:lnTo>
                  <a:pt x="1718207" y="5594806"/>
                </a:lnTo>
                <a:cubicBezTo>
                  <a:pt x="689093" y="5284674"/>
                  <a:pt x="-8821" y="4000042"/>
                  <a:pt x="1791" y="3146371"/>
                </a:cubicBezTo>
                <a:cubicBezTo>
                  <a:pt x="3783" y="1943108"/>
                  <a:pt x="-1538" y="1211014"/>
                  <a:pt x="454" y="7751"/>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9" name="Text Placeholder 5">
            <a:extLst>
              <a:ext uri="{FF2B5EF4-FFF2-40B4-BE49-F238E27FC236}">
                <a16:creationId xmlns:a16="http://schemas.microsoft.com/office/drawing/2014/main" id="{9939388E-DE68-4319-9112-7BA5E2C40EB3}"/>
              </a:ext>
            </a:extLst>
          </p:cNvPr>
          <p:cNvSpPr>
            <a:spLocks noGrp="1"/>
          </p:cNvSpPr>
          <p:nvPr>
            <p:ph type="body" sz="quarter" idx="15"/>
          </p:nvPr>
        </p:nvSpPr>
        <p:spPr>
          <a:xfrm>
            <a:off x="695326" y="1700213"/>
            <a:ext cx="7089890" cy="4608515"/>
          </a:xfrm>
          <a:prstGeom prst="rect">
            <a:avLst/>
          </a:prstGeom>
        </p:spPr>
        <p:txBody>
          <a:bodyPr/>
          <a:lstStyle>
            <a:lvl1pPr>
              <a:lnSpc>
                <a:spcPct val="100000"/>
              </a:lnSpc>
              <a:defRPr lang="en-US" dirty="0" smtClean="0"/>
            </a:lvl1pPr>
            <a:lvl2pPr>
              <a:defRPr lang="en-US" dirty="0" smtClean="0"/>
            </a:lvl2pPr>
            <a:lvl3pPr>
              <a:defRPr lang="en-US" dirty="0" smtClean="0"/>
            </a:lvl3pPr>
            <a:lvl4pPr>
              <a:defRPr lang="en-US" dirty="0" smtClean="0"/>
            </a:lvl4pPr>
            <a:lvl5pPr>
              <a:spcAft>
                <a:spcPts val="600"/>
              </a:spcAft>
              <a:defRPr lang="en-US" dirty="0" smtClean="0"/>
            </a:lvl5pPr>
            <a:lvl6pPr>
              <a:defRPr lang="en-AU" dirty="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1" name="Text Placeholder 5">
            <a:extLst>
              <a:ext uri="{FF2B5EF4-FFF2-40B4-BE49-F238E27FC236}">
                <a16:creationId xmlns:a16="http://schemas.microsoft.com/office/drawing/2014/main" id="{8E5BD460-2E08-418B-9ED2-FED7577890AA}"/>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1FE2A31D-86B6-46B8-BB44-FE4A0151AFEC}"/>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4" name="Picture 13">
            <a:extLst>
              <a:ext uri="{FF2B5EF4-FFF2-40B4-BE49-F238E27FC236}">
                <a16:creationId xmlns:a16="http://schemas.microsoft.com/office/drawing/2014/main" id="{79DB1757-F26E-4E87-887C-D21CB8F0D41B}"/>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3322A0C3-D06A-4B53-BF2D-7247BE3F1E44}"/>
              </a:ext>
            </a:extLst>
          </p:cNvPr>
          <p:cNvSpPr>
            <a:spLocks noGrp="1"/>
          </p:cNvSpPr>
          <p:nvPr>
            <p:ph type="title"/>
          </p:nvPr>
        </p:nvSpPr>
        <p:spPr>
          <a:xfrm>
            <a:off x="695326" y="1052736"/>
            <a:ext cx="7089890" cy="469056"/>
          </a:xfrm>
        </p:spPr>
        <p:txBody>
          <a:bodyPr/>
          <a:lstStyle/>
          <a:p>
            <a:r>
              <a:rPr lang="en-US"/>
              <a:t>Click to edit Master title style</a:t>
            </a:r>
            <a:endParaRPr lang="en-AU" dirty="0"/>
          </a:p>
        </p:txBody>
      </p:sp>
      <p:sp>
        <p:nvSpPr>
          <p:cNvPr id="2" name="Date Placeholder 1">
            <a:extLst>
              <a:ext uri="{FF2B5EF4-FFF2-40B4-BE49-F238E27FC236}">
                <a16:creationId xmlns:a16="http://schemas.microsoft.com/office/drawing/2014/main" id="{A50D441B-BAF3-4DDF-A5CD-A8E786E8FAAC}"/>
              </a:ext>
            </a:extLst>
          </p:cNvPr>
          <p:cNvSpPr>
            <a:spLocks noGrp="1"/>
          </p:cNvSpPr>
          <p:nvPr>
            <p:ph type="dt" sz="half" idx="19"/>
          </p:nvPr>
        </p:nvSpPr>
        <p:spPr bwMode="white"/>
        <p:txBody>
          <a:bodyPr/>
          <a:lstStyle/>
          <a:p>
            <a:fld id="{63B60C50-AC1E-45BE-A0A6-E87463E1E362}" type="datetime1">
              <a:rPr lang="en-US" smtClean="0"/>
              <a:t>12/12/2022</a:t>
            </a:fld>
            <a:endParaRPr lang="en-US" dirty="0"/>
          </a:p>
        </p:txBody>
      </p:sp>
      <p:sp>
        <p:nvSpPr>
          <p:cNvPr id="7" name="Footer Placeholder 6">
            <a:extLst>
              <a:ext uri="{FF2B5EF4-FFF2-40B4-BE49-F238E27FC236}">
                <a16:creationId xmlns:a16="http://schemas.microsoft.com/office/drawing/2014/main" id="{EEA16CAE-14B9-4A43-877B-E46EF044168C}"/>
              </a:ext>
            </a:extLst>
          </p:cNvPr>
          <p:cNvSpPr>
            <a:spLocks noGrp="1"/>
          </p:cNvSpPr>
          <p:nvPr>
            <p:ph type="ftr" sz="quarter" idx="20"/>
          </p:nvPr>
        </p:nvSpPr>
        <p:spPr/>
        <p:txBody>
          <a:bodyPr/>
          <a:lstStyle/>
          <a:p>
            <a:endParaRPr lang="en-US" dirty="0"/>
          </a:p>
        </p:txBody>
      </p:sp>
      <p:sp>
        <p:nvSpPr>
          <p:cNvPr id="8" name="Slide Number Placeholder 7">
            <a:extLst>
              <a:ext uri="{FF2B5EF4-FFF2-40B4-BE49-F238E27FC236}">
                <a16:creationId xmlns:a16="http://schemas.microsoft.com/office/drawing/2014/main" id="{195BFC0C-3AAF-4677-B586-CD5CBF731F79}"/>
              </a:ext>
            </a:extLst>
          </p:cNvPr>
          <p:cNvSpPr>
            <a:spLocks noGrp="1"/>
          </p:cNvSpPr>
          <p:nvPr>
            <p:ph type="sldNum" sz="quarter" idx="21"/>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3788554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ext with Image Two Thirds Alt">
    <p:bg>
      <p:bgPr>
        <a:solidFill>
          <a:schemeClr val="accent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CB39BD51-2E8D-4FDD-8EEB-A7A9070EDD67}"/>
              </a:ext>
            </a:extLst>
          </p:cNvPr>
          <p:cNvSpPr>
            <a:spLocks noGrp="1"/>
          </p:cNvSpPr>
          <p:nvPr>
            <p:ph type="pic" sz="quarter" idx="12" hasCustomPrompt="1"/>
          </p:nvPr>
        </p:nvSpPr>
        <p:spPr>
          <a:xfrm>
            <a:off x="4409550" y="-3115"/>
            <a:ext cx="7782449" cy="6868289"/>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586635 h 6179387"/>
              <a:gd name="connsiteX1" fmla="*/ 5198916 w 5198916"/>
              <a:gd name="connsiteY1" fmla="*/ 0 h 6179387"/>
              <a:gd name="connsiteX2" fmla="*/ 5198916 w 5198916"/>
              <a:gd name="connsiteY2" fmla="*/ 6173828 h 6179387"/>
              <a:gd name="connsiteX3" fmla="*/ 1718207 w 5198916"/>
              <a:gd name="connsiteY3" fmla="*/ 6179387 h 6179387"/>
              <a:gd name="connsiteX4" fmla="*/ 1791 w 5198916"/>
              <a:gd name="connsiteY4" fmla="*/ 3730952 h 6179387"/>
              <a:gd name="connsiteX5" fmla="*/ 454 w 5198916"/>
              <a:gd name="connsiteY5" fmla="*/ 586635 h 6179387"/>
              <a:gd name="connsiteX0" fmla="*/ 8476 w 5197245"/>
              <a:gd name="connsiteY0" fmla="*/ 39696 h 6179387"/>
              <a:gd name="connsiteX1" fmla="*/ 5197245 w 5197245"/>
              <a:gd name="connsiteY1" fmla="*/ 0 h 6179387"/>
              <a:gd name="connsiteX2" fmla="*/ 5197245 w 5197245"/>
              <a:gd name="connsiteY2" fmla="*/ 6173828 h 6179387"/>
              <a:gd name="connsiteX3" fmla="*/ 1716536 w 5197245"/>
              <a:gd name="connsiteY3" fmla="*/ 6179387 h 6179387"/>
              <a:gd name="connsiteX4" fmla="*/ 120 w 5197245"/>
              <a:gd name="connsiteY4" fmla="*/ 3730952 h 6179387"/>
              <a:gd name="connsiteX5" fmla="*/ 8476 w 5197245"/>
              <a:gd name="connsiteY5" fmla="*/ 39696 h 6179387"/>
              <a:gd name="connsiteX0" fmla="*/ 8476 w 5197245"/>
              <a:gd name="connsiteY0" fmla="*/ 0 h 6139691"/>
              <a:gd name="connsiteX1" fmla="*/ 5146357 w 5197245"/>
              <a:gd name="connsiteY1" fmla="*/ 191044 h 6139691"/>
              <a:gd name="connsiteX2" fmla="*/ 5197245 w 5197245"/>
              <a:gd name="connsiteY2" fmla="*/ 6134132 h 6139691"/>
              <a:gd name="connsiteX3" fmla="*/ 1716536 w 5197245"/>
              <a:gd name="connsiteY3" fmla="*/ 6139691 h 6139691"/>
              <a:gd name="connsiteX4" fmla="*/ 120 w 5197245"/>
              <a:gd name="connsiteY4" fmla="*/ 3691256 h 6139691"/>
              <a:gd name="connsiteX5" fmla="*/ 8476 w 5197245"/>
              <a:gd name="connsiteY5" fmla="*/ 0 h 6139691"/>
              <a:gd name="connsiteX0" fmla="*/ 8476 w 5197245"/>
              <a:gd name="connsiteY0" fmla="*/ 22604 h 6162295"/>
              <a:gd name="connsiteX1" fmla="*/ 5197245 w 5197245"/>
              <a:gd name="connsiteY1" fmla="*/ 0 h 6162295"/>
              <a:gd name="connsiteX2" fmla="*/ 5197245 w 5197245"/>
              <a:gd name="connsiteY2" fmla="*/ 6156736 h 6162295"/>
              <a:gd name="connsiteX3" fmla="*/ 1716536 w 5197245"/>
              <a:gd name="connsiteY3" fmla="*/ 6162295 h 6162295"/>
              <a:gd name="connsiteX4" fmla="*/ 120 w 5197245"/>
              <a:gd name="connsiteY4" fmla="*/ 3713860 h 6162295"/>
              <a:gd name="connsiteX5" fmla="*/ 8476 w 5197245"/>
              <a:gd name="connsiteY5" fmla="*/ 22604 h 6162295"/>
              <a:gd name="connsiteX0" fmla="*/ 2115 w 5197245"/>
              <a:gd name="connsiteY0" fmla="*/ 5512 h 6162295"/>
              <a:gd name="connsiteX1" fmla="*/ 5197245 w 5197245"/>
              <a:gd name="connsiteY1" fmla="*/ 0 h 6162295"/>
              <a:gd name="connsiteX2" fmla="*/ 5197245 w 5197245"/>
              <a:gd name="connsiteY2" fmla="*/ 6156736 h 6162295"/>
              <a:gd name="connsiteX3" fmla="*/ 1716536 w 5197245"/>
              <a:gd name="connsiteY3" fmla="*/ 6162295 h 6162295"/>
              <a:gd name="connsiteX4" fmla="*/ 120 w 5197245"/>
              <a:gd name="connsiteY4" fmla="*/ 3713860 h 6162295"/>
              <a:gd name="connsiteX5" fmla="*/ 2115 w 5197245"/>
              <a:gd name="connsiteY5" fmla="*/ 5512 h 6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7245" h="6162295">
                <a:moveTo>
                  <a:pt x="2115" y="5512"/>
                </a:moveTo>
                <a:lnTo>
                  <a:pt x="5197245" y="0"/>
                </a:lnTo>
                <a:lnTo>
                  <a:pt x="5197245" y="6156736"/>
                </a:lnTo>
                <a:lnTo>
                  <a:pt x="1716536" y="6162295"/>
                </a:lnTo>
                <a:cubicBezTo>
                  <a:pt x="687422" y="5852163"/>
                  <a:pt x="-10492" y="4567531"/>
                  <a:pt x="120" y="3713860"/>
                </a:cubicBezTo>
                <a:cubicBezTo>
                  <a:pt x="2112" y="2510597"/>
                  <a:pt x="123" y="1208775"/>
                  <a:pt x="2115" y="5512"/>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3" name="Footer Placeholder 2">
            <a:extLst>
              <a:ext uri="{FF2B5EF4-FFF2-40B4-BE49-F238E27FC236}">
                <a16:creationId xmlns:a16="http://schemas.microsoft.com/office/drawing/2014/main" id="{BE05E8E5-FC3F-4B02-8560-314161E65934}"/>
              </a:ext>
            </a:extLst>
          </p:cNvPr>
          <p:cNvSpPr>
            <a:spLocks noGrp="1"/>
          </p:cNvSpPr>
          <p:nvPr>
            <p:ph type="ftr" sz="quarter" idx="10"/>
          </p:nvPr>
        </p:nvSpPr>
        <p:spPr/>
        <p:txBody>
          <a:bodyPr/>
          <a:lstStyle>
            <a:lvl1pPr>
              <a:defRPr b="0">
                <a:solidFill>
                  <a:schemeClr val="bg1"/>
                </a:solidFill>
              </a:defRPr>
            </a:lvl1pPr>
          </a:lstStyle>
          <a:p>
            <a:endParaRPr lang="en-US" dirty="0"/>
          </a:p>
        </p:txBody>
      </p:sp>
      <p:sp>
        <p:nvSpPr>
          <p:cNvPr id="4" name="Slide Number Placeholder 3">
            <a:extLst>
              <a:ext uri="{FF2B5EF4-FFF2-40B4-BE49-F238E27FC236}">
                <a16:creationId xmlns:a16="http://schemas.microsoft.com/office/drawing/2014/main" id="{5B783E44-C534-44A2-8F6E-F9372FE5C6E2}"/>
              </a:ext>
            </a:extLst>
          </p:cNvPr>
          <p:cNvSpPr>
            <a:spLocks noGrp="1"/>
          </p:cNvSpPr>
          <p:nvPr>
            <p:ph type="sldNum" sz="quarter" idx="11"/>
          </p:nvPr>
        </p:nvSpPr>
        <p:spPr/>
        <p:txBody>
          <a:bodyPr/>
          <a:lstStyle/>
          <a:p>
            <a:fld id="{E31375A4-56A4-47D6-9801-1991572033F7}" type="slidenum">
              <a:rPr lang="en-US" smtClean="0"/>
              <a:pPr/>
              <a:t>‹#›</a:t>
            </a:fld>
            <a:endParaRPr lang="en-US"/>
          </a:p>
        </p:txBody>
      </p:sp>
      <p:sp>
        <p:nvSpPr>
          <p:cNvPr id="6" name="Text Placeholder 5">
            <a:extLst>
              <a:ext uri="{FF2B5EF4-FFF2-40B4-BE49-F238E27FC236}">
                <a16:creationId xmlns:a16="http://schemas.microsoft.com/office/drawing/2014/main" id="{05B945E3-14E3-4804-9C19-FEC6CFB9A20D}"/>
              </a:ext>
            </a:extLst>
          </p:cNvPr>
          <p:cNvSpPr>
            <a:spLocks noGrp="1"/>
          </p:cNvSpPr>
          <p:nvPr>
            <p:ph type="body" sz="quarter" idx="13"/>
          </p:nvPr>
        </p:nvSpPr>
        <p:spPr>
          <a:xfrm>
            <a:off x="695326" y="2204864"/>
            <a:ext cx="3384000" cy="4093424"/>
          </a:xfrm>
          <a:prstGeom prst="rect">
            <a:avLst/>
          </a:prstGeom>
        </p:spPr>
        <p:txBody>
          <a:bodyPr/>
          <a:lstStyle>
            <a:lvl1pPr>
              <a:buNone/>
              <a:defRPr lang="en-US" dirty="0">
                <a:solidFill>
                  <a:schemeClr val="bg1"/>
                </a:solidFill>
              </a:defRPr>
            </a:lvl1pPr>
            <a:lvl2pPr>
              <a:buClr>
                <a:schemeClr val="bg1"/>
              </a:buClr>
              <a:defRPr lang="en-US" dirty="0">
                <a:solidFill>
                  <a:schemeClr val="bg1"/>
                </a:solidFill>
              </a:defRPr>
            </a:lvl2pPr>
            <a:lvl3pPr>
              <a:buClr>
                <a:schemeClr val="bg1"/>
              </a:buClr>
              <a:defRPr lang="en-US" dirty="0">
                <a:solidFill>
                  <a:schemeClr val="bg1"/>
                </a:solidFill>
              </a:defRPr>
            </a:lvl3pPr>
            <a:lvl4pPr>
              <a:defRPr lang="en-US" dirty="0">
                <a:solidFill>
                  <a:schemeClr val="bg1"/>
                </a:solidFill>
              </a:defRPr>
            </a:lvl4pPr>
            <a:lvl5pPr>
              <a:defRPr lang="en-US" dirty="0">
                <a:solidFill>
                  <a:schemeClr val="bg1"/>
                </a:solidFill>
              </a:defRPr>
            </a:lvl5pPr>
            <a:lvl6pPr>
              <a:defRPr lang="en-AU" dirty="0">
                <a:solidFill>
                  <a:schemeClr val="bg1"/>
                </a:solidFill>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5" name="Date Placeholder 4">
            <a:extLst>
              <a:ext uri="{FF2B5EF4-FFF2-40B4-BE49-F238E27FC236}">
                <a16:creationId xmlns:a16="http://schemas.microsoft.com/office/drawing/2014/main" id="{60FD0FAE-3953-4EE5-ADCD-BB5BCA72CF76}"/>
              </a:ext>
            </a:extLst>
          </p:cNvPr>
          <p:cNvSpPr>
            <a:spLocks noGrp="1"/>
          </p:cNvSpPr>
          <p:nvPr>
            <p:ph type="dt" sz="half" idx="14"/>
          </p:nvPr>
        </p:nvSpPr>
        <p:spPr>
          <a:xfrm>
            <a:off x="695325" y="151136"/>
            <a:ext cx="2376000" cy="241200"/>
          </a:xfrm>
          <a:prstGeom prst="rect">
            <a:avLst/>
          </a:prstGeom>
        </p:spPr>
        <p:txBody>
          <a:bodyPr/>
          <a:lstStyle/>
          <a:p>
            <a:fld id="{C35D8D9A-6BF6-479C-85B1-066500507436}" type="datetime1">
              <a:rPr lang="en-US" smtClean="0"/>
              <a:t>12/12/2022</a:t>
            </a:fld>
            <a:endParaRPr lang="en-US" dirty="0"/>
          </a:p>
        </p:txBody>
      </p:sp>
      <p:sp>
        <p:nvSpPr>
          <p:cNvPr id="9" name="TextBox 8">
            <a:extLst>
              <a:ext uri="{FF2B5EF4-FFF2-40B4-BE49-F238E27FC236}">
                <a16:creationId xmlns:a16="http://schemas.microsoft.com/office/drawing/2014/main" id="{43322D7A-8171-44C9-AFA6-24E34B78763E}"/>
              </a:ext>
            </a:extLst>
          </p:cNvPr>
          <p:cNvSpPr txBox="1"/>
          <p:nvPr/>
        </p:nvSpPr>
        <p:spPr>
          <a:xfrm>
            <a:off x="1" y="-1053499"/>
            <a:ext cx="7632171" cy="954107"/>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‘change ‘Solid fill’ to a </a:t>
            </a:r>
            <a:r>
              <a:rPr lang="en-US" sz="1400" dirty="0" err="1">
                <a:solidFill>
                  <a:schemeClr val="bg1"/>
                </a:solidFill>
              </a:rPr>
              <a:t>colour</a:t>
            </a:r>
            <a:r>
              <a:rPr lang="en-US" sz="1400" dirty="0">
                <a:solidFill>
                  <a:schemeClr val="bg1"/>
                </a:solidFill>
              </a:rPr>
              <a:t> from the palette</a:t>
            </a:r>
            <a:endParaRPr lang="en-AU" sz="1400" dirty="0">
              <a:solidFill>
                <a:schemeClr val="bg1"/>
              </a:solidFill>
            </a:endParaRPr>
          </a:p>
        </p:txBody>
      </p:sp>
      <p:sp>
        <p:nvSpPr>
          <p:cNvPr id="11" name="Title 1">
            <a:extLst>
              <a:ext uri="{FF2B5EF4-FFF2-40B4-BE49-F238E27FC236}">
                <a16:creationId xmlns:a16="http://schemas.microsoft.com/office/drawing/2014/main" id="{7F45073E-2992-405B-AB05-A3E6ADD2877C}"/>
              </a:ext>
            </a:extLst>
          </p:cNvPr>
          <p:cNvSpPr>
            <a:spLocks noGrp="1"/>
          </p:cNvSpPr>
          <p:nvPr>
            <p:ph type="title"/>
          </p:nvPr>
        </p:nvSpPr>
        <p:spPr>
          <a:xfrm>
            <a:off x="695326" y="1052736"/>
            <a:ext cx="3384549" cy="1008112"/>
          </a:xfrm>
        </p:spPr>
        <p:txBody>
          <a:bodyPr anchor="t"/>
          <a:lstStyle>
            <a:lvl1pPr>
              <a:defRPr>
                <a:solidFill>
                  <a:schemeClr val="bg1"/>
                </a:solidFill>
              </a:defRPr>
            </a:lvl1pPr>
          </a:lstStyle>
          <a:p>
            <a:r>
              <a:rPr lang="en-US"/>
              <a:t>Click to edit Master title style</a:t>
            </a:r>
            <a:endParaRPr lang="en-AU" dirty="0"/>
          </a:p>
        </p:txBody>
      </p:sp>
    </p:spTree>
    <p:extLst>
      <p:ext uri="{BB962C8B-B14F-4D97-AF65-F5344CB8AC3E}">
        <p14:creationId xmlns:p14="http://schemas.microsoft.com/office/powerpoint/2010/main" val="2550426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ext with Image Half Alt">
    <p:bg>
      <p:bgPr>
        <a:solidFill>
          <a:schemeClr val="accent1"/>
        </a:solidFill>
        <a:effectLst/>
      </p:bgPr>
    </p:bg>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6102278" y="-2778"/>
            <a:ext cx="6093632" cy="6860624"/>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3943363 w 4070093"/>
              <a:gd name="connsiteY1" fmla="*/ 324970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10480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5150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14049 w 4069424"/>
              <a:gd name="connsiteY0" fmla="*/ 174112 h 5602782"/>
              <a:gd name="connsiteX1" fmla="*/ 4068911 w 4069424"/>
              <a:gd name="connsiteY1" fmla="*/ 0 h 5602782"/>
              <a:gd name="connsiteX2" fmla="*/ 4068422 w 4069424"/>
              <a:gd name="connsiteY2" fmla="*/ 5600840 h 5602782"/>
              <a:gd name="connsiteX3" fmla="*/ 1716536 w 4069424"/>
              <a:gd name="connsiteY3" fmla="*/ 5602782 h 5602782"/>
              <a:gd name="connsiteX4" fmla="*/ 120 w 4069424"/>
              <a:gd name="connsiteY4" fmla="*/ 3154347 h 5602782"/>
              <a:gd name="connsiteX5" fmla="*/ 14049 w 4069424"/>
              <a:gd name="connsiteY5" fmla="*/ 174112 h 560278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4065493 w 4070093"/>
              <a:gd name="connsiteY1" fmla="*/ 51501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934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4333 h 5597085"/>
              <a:gd name="connsiteX1" fmla="*/ 4070582 w 4071095"/>
              <a:gd name="connsiteY1" fmla="*/ 0 h 5597085"/>
              <a:gd name="connsiteX2" fmla="*/ 4070093 w 4071095"/>
              <a:gd name="connsiteY2" fmla="*/ 5595143 h 5597085"/>
              <a:gd name="connsiteX3" fmla="*/ 1718207 w 4071095"/>
              <a:gd name="connsiteY3" fmla="*/ 5597085 h 5597085"/>
              <a:gd name="connsiteX4" fmla="*/ 1791 w 4071095"/>
              <a:gd name="connsiteY4" fmla="*/ 3148650 h 5597085"/>
              <a:gd name="connsiteX5" fmla="*/ 454 w 4071095"/>
              <a:gd name="connsiteY5" fmla="*/ 4333 h 5597085"/>
              <a:gd name="connsiteX0" fmla="*/ 454 w 4070093"/>
              <a:gd name="connsiteY0" fmla="*/ 562667 h 6155419"/>
              <a:gd name="connsiteX1" fmla="*/ 4062101 w 4070093"/>
              <a:gd name="connsiteY1" fmla="*/ 0 h 6155419"/>
              <a:gd name="connsiteX2" fmla="*/ 4070093 w 4070093"/>
              <a:gd name="connsiteY2" fmla="*/ 6153477 h 6155419"/>
              <a:gd name="connsiteX3" fmla="*/ 1718207 w 4070093"/>
              <a:gd name="connsiteY3" fmla="*/ 6155419 h 6155419"/>
              <a:gd name="connsiteX4" fmla="*/ 1791 w 4070093"/>
              <a:gd name="connsiteY4" fmla="*/ 3706984 h 6155419"/>
              <a:gd name="connsiteX5" fmla="*/ 454 w 4070093"/>
              <a:gd name="connsiteY5" fmla="*/ 562667 h 6155419"/>
              <a:gd name="connsiteX0" fmla="*/ 7264 w 4068422"/>
              <a:gd name="connsiteY0" fmla="*/ 15728 h 6155419"/>
              <a:gd name="connsiteX1" fmla="*/ 4060430 w 4068422"/>
              <a:gd name="connsiteY1" fmla="*/ 0 h 6155419"/>
              <a:gd name="connsiteX2" fmla="*/ 4068422 w 4068422"/>
              <a:gd name="connsiteY2" fmla="*/ 6153477 h 6155419"/>
              <a:gd name="connsiteX3" fmla="*/ 1716536 w 4068422"/>
              <a:gd name="connsiteY3" fmla="*/ 6155419 h 6155419"/>
              <a:gd name="connsiteX4" fmla="*/ 120 w 4068422"/>
              <a:gd name="connsiteY4" fmla="*/ 3706984 h 6155419"/>
              <a:gd name="connsiteX5" fmla="*/ 7264 w 4068422"/>
              <a:gd name="connsiteY5" fmla="*/ 15728 h 6155419"/>
              <a:gd name="connsiteX0" fmla="*/ 7264 w 4069425"/>
              <a:gd name="connsiteY0" fmla="*/ 15728 h 6155419"/>
              <a:gd name="connsiteX1" fmla="*/ 4068912 w 4069425"/>
              <a:gd name="connsiteY1" fmla="*/ 0 h 6155419"/>
              <a:gd name="connsiteX2" fmla="*/ 4068422 w 4069425"/>
              <a:gd name="connsiteY2" fmla="*/ 6153477 h 6155419"/>
              <a:gd name="connsiteX3" fmla="*/ 1716536 w 4069425"/>
              <a:gd name="connsiteY3" fmla="*/ 6155419 h 6155419"/>
              <a:gd name="connsiteX4" fmla="*/ 120 w 4069425"/>
              <a:gd name="connsiteY4" fmla="*/ 3706984 h 6155419"/>
              <a:gd name="connsiteX5" fmla="*/ 7264 w 4069425"/>
              <a:gd name="connsiteY5" fmla="*/ 15728 h 6155419"/>
              <a:gd name="connsiteX0" fmla="*/ 3023 w 4069425"/>
              <a:gd name="connsiteY0" fmla="*/ 4334 h 6155419"/>
              <a:gd name="connsiteX1" fmla="*/ 4068912 w 4069425"/>
              <a:gd name="connsiteY1" fmla="*/ 0 h 6155419"/>
              <a:gd name="connsiteX2" fmla="*/ 4068422 w 4069425"/>
              <a:gd name="connsiteY2" fmla="*/ 6153477 h 6155419"/>
              <a:gd name="connsiteX3" fmla="*/ 1716536 w 4069425"/>
              <a:gd name="connsiteY3" fmla="*/ 6155419 h 6155419"/>
              <a:gd name="connsiteX4" fmla="*/ 120 w 4069425"/>
              <a:gd name="connsiteY4" fmla="*/ 3706984 h 6155419"/>
              <a:gd name="connsiteX5" fmla="*/ 3023 w 4069425"/>
              <a:gd name="connsiteY5" fmla="*/ 4334 h 6155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9425" h="6155419">
                <a:moveTo>
                  <a:pt x="3023" y="4334"/>
                </a:moveTo>
                <a:lnTo>
                  <a:pt x="4068912" y="0"/>
                </a:lnTo>
                <a:cubicBezTo>
                  <a:pt x="4070869" y="1865237"/>
                  <a:pt x="4066465" y="4288240"/>
                  <a:pt x="4068422" y="6153477"/>
                </a:cubicBezTo>
                <a:lnTo>
                  <a:pt x="1716536" y="6155419"/>
                </a:lnTo>
                <a:cubicBezTo>
                  <a:pt x="687422" y="5845287"/>
                  <a:pt x="-10492" y="4560655"/>
                  <a:pt x="120" y="3706984"/>
                </a:cubicBezTo>
                <a:cubicBezTo>
                  <a:pt x="2112" y="2503721"/>
                  <a:pt x="1031" y="1207597"/>
                  <a:pt x="3023" y="4334"/>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3" name="Footer Placeholder 2">
            <a:extLst>
              <a:ext uri="{FF2B5EF4-FFF2-40B4-BE49-F238E27FC236}">
                <a16:creationId xmlns:a16="http://schemas.microsoft.com/office/drawing/2014/main" id="{BE05E8E5-FC3F-4B02-8560-314161E65934}"/>
              </a:ext>
            </a:extLst>
          </p:cNvPr>
          <p:cNvSpPr>
            <a:spLocks noGrp="1"/>
          </p:cNvSpPr>
          <p:nvPr>
            <p:ph type="ftr" sz="quarter" idx="10"/>
          </p:nvPr>
        </p:nvSpPr>
        <p:spPr/>
        <p:txBody>
          <a:bodyPr/>
          <a:lstStyle>
            <a:lvl1pPr>
              <a:defRPr b="0">
                <a:solidFill>
                  <a:schemeClr val="bg1"/>
                </a:solidFill>
              </a:defRPr>
            </a:lvl1pPr>
          </a:lstStyle>
          <a:p>
            <a:endParaRPr lang="en-US" dirty="0"/>
          </a:p>
        </p:txBody>
      </p:sp>
      <p:sp>
        <p:nvSpPr>
          <p:cNvPr id="4" name="Slide Number Placeholder 3">
            <a:extLst>
              <a:ext uri="{FF2B5EF4-FFF2-40B4-BE49-F238E27FC236}">
                <a16:creationId xmlns:a16="http://schemas.microsoft.com/office/drawing/2014/main" id="{5B783E44-C534-44A2-8F6E-F9372FE5C6E2}"/>
              </a:ext>
            </a:extLst>
          </p:cNvPr>
          <p:cNvSpPr>
            <a:spLocks noGrp="1"/>
          </p:cNvSpPr>
          <p:nvPr>
            <p:ph type="sldNum" sz="quarter" idx="11"/>
          </p:nvPr>
        </p:nvSpPr>
        <p:spPr/>
        <p:txBody>
          <a:bodyPr/>
          <a:lstStyle/>
          <a:p>
            <a:fld id="{E31375A4-56A4-47D6-9801-1991572033F7}" type="slidenum">
              <a:rPr lang="en-US" smtClean="0"/>
              <a:pPr/>
              <a:t>‹#›</a:t>
            </a:fld>
            <a:endParaRPr lang="en-US"/>
          </a:p>
        </p:txBody>
      </p:sp>
      <p:sp>
        <p:nvSpPr>
          <p:cNvPr id="5" name="Date Placeholder 4">
            <a:extLst>
              <a:ext uri="{FF2B5EF4-FFF2-40B4-BE49-F238E27FC236}">
                <a16:creationId xmlns:a16="http://schemas.microsoft.com/office/drawing/2014/main" id="{26E4E8D8-7819-4122-838F-7CED981EC3B0}"/>
              </a:ext>
            </a:extLst>
          </p:cNvPr>
          <p:cNvSpPr>
            <a:spLocks noGrp="1"/>
          </p:cNvSpPr>
          <p:nvPr>
            <p:ph type="dt" sz="half" idx="16"/>
          </p:nvPr>
        </p:nvSpPr>
        <p:spPr>
          <a:xfrm>
            <a:off x="695325" y="151136"/>
            <a:ext cx="2376000" cy="241200"/>
          </a:xfrm>
          <a:prstGeom prst="rect">
            <a:avLst/>
          </a:prstGeom>
        </p:spPr>
        <p:txBody>
          <a:bodyPr/>
          <a:lstStyle/>
          <a:p>
            <a:fld id="{15B5DBA7-FE35-444E-AAAC-8286611E628F}" type="datetime1">
              <a:rPr lang="en-US" smtClean="0"/>
              <a:t>12/12/2022</a:t>
            </a:fld>
            <a:endParaRPr lang="en-US" dirty="0"/>
          </a:p>
        </p:txBody>
      </p:sp>
      <p:sp>
        <p:nvSpPr>
          <p:cNvPr id="11" name="Text Placeholder 5">
            <a:extLst>
              <a:ext uri="{FF2B5EF4-FFF2-40B4-BE49-F238E27FC236}">
                <a16:creationId xmlns:a16="http://schemas.microsoft.com/office/drawing/2014/main" id="{8E5BD460-2E08-418B-9ED2-FED7577890AA}"/>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bg1"/>
                </a:solidFill>
              </a:defRPr>
            </a:lvl1pPr>
          </a:lstStyle>
          <a:p>
            <a:pPr lvl="0"/>
            <a:r>
              <a:rPr lang="en-US" dirty="0"/>
              <a:t>#[Hashtag text]</a:t>
            </a:r>
          </a:p>
        </p:txBody>
      </p:sp>
      <p:sp>
        <p:nvSpPr>
          <p:cNvPr id="10" name="Text Placeholder 5">
            <a:extLst>
              <a:ext uri="{FF2B5EF4-FFF2-40B4-BE49-F238E27FC236}">
                <a16:creationId xmlns:a16="http://schemas.microsoft.com/office/drawing/2014/main" id="{D06BD81E-48A0-488B-B875-7D993A64CC4D}"/>
              </a:ext>
            </a:extLst>
          </p:cNvPr>
          <p:cNvSpPr>
            <a:spLocks noGrp="1"/>
          </p:cNvSpPr>
          <p:nvPr>
            <p:ph type="body" sz="quarter" idx="13"/>
          </p:nvPr>
        </p:nvSpPr>
        <p:spPr>
          <a:xfrm>
            <a:off x="695325" y="1700213"/>
            <a:ext cx="5208587" cy="4598075"/>
          </a:xfrm>
          <a:prstGeom prst="rect">
            <a:avLst/>
          </a:prstGeom>
        </p:spPr>
        <p:txBody>
          <a:bodyPr/>
          <a:lstStyle>
            <a:lvl1pPr>
              <a:buNone/>
              <a:defRPr lang="en-US" dirty="0">
                <a:solidFill>
                  <a:schemeClr val="bg1"/>
                </a:solidFill>
              </a:defRPr>
            </a:lvl1pPr>
            <a:lvl2pPr>
              <a:buClr>
                <a:schemeClr val="bg1"/>
              </a:buClr>
              <a:defRPr lang="en-US" dirty="0">
                <a:solidFill>
                  <a:schemeClr val="bg1"/>
                </a:solidFill>
              </a:defRPr>
            </a:lvl2pPr>
            <a:lvl3pPr>
              <a:buClr>
                <a:schemeClr val="bg1"/>
              </a:buClr>
              <a:defRPr lang="en-US" dirty="0">
                <a:solidFill>
                  <a:schemeClr val="bg1"/>
                </a:solidFill>
              </a:defRPr>
            </a:lvl3pPr>
            <a:lvl4pPr>
              <a:defRPr lang="en-US" dirty="0">
                <a:solidFill>
                  <a:schemeClr val="bg1"/>
                </a:solidFill>
              </a:defRPr>
            </a:lvl4pPr>
            <a:lvl5pPr>
              <a:defRPr lang="en-US" dirty="0">
                <a:solidFill>
                  <a:schemeClr val="bg1"/>
                </a:solidFill>
              </a:defRPr>
            </a:lvl5pPr>
            <a:lvl6pPr>
              <a:defRPr lang="en-AU" dirty="0">
                <a:solidFill>
                  <a:schemeClr val="bg1"/>
                </a:solidFill>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4" name="TextBox 13">
            <a:extLst>
              <a:ext uri="{FF2B5EF4-FFF2-40B4-BE49-F238E27FC236}">
                <a16:creationId xmlns:a16="http://schemas.microsoft.com/office/drawing/2014/main" id="{54B152F0-B857-4837-AD26-E55058B68A12}"/>
              </a:ext>
            </a:extLst>
          </p:cNvPr>
          <p:cNvSpPr txBox="1"/>
          <p:nvPr/>
        </p:nvSpPr>
        <p:spPr>
          <a:xfrm>
            <a:off x="1" y="-1053499"/>
            <a:ext cx="7632171" cy="954107"/>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‘change ‘Solid fill’ to a </a:t>
            </a:r>
            <a:r>
              <a:rPr lang="en-US" sz="1400" dirty="0" err="1">
                <a:solidFill>
                  <a:schemeClr val="bg1"/>
                </a:solidFill>
              </a:rPr>
              <a:t>colour</a:t>
            </a:r>
            <a:r>
              <a:rPr lang="en-US" sz="1400" dirty="0">
                <a:solidFill>
                  <a:schemeClr val="bg1"/>
                </a:solidFill>
              </a:rPr>
              <a:t> from the palette</a:t>
            </a:r>
            <a:endParaRPr lang="en-AU" sz="1400" dirty="0">
              <a:solidFill>
                <a:schemeClr val="bg1"/>
              </a:solidFill>
            </a:endParaRPr>
          </a:p>
        </p:txBody>
      </p:sp>
      <p:sp>
        <p:nvSpPr>
          <p:cNvPr id="13" name="Title 1">
            <a:extLst>
              <a:ext uri="{FF2B5EF4-FFF2-40B4-BE49-F238E27FC236}">
                <a16:creationId xmlns:a16="http://schemas.microsoft.com/office/drawing/2014/main" id="{407296C6-F9EC-4B3A-9119-76D6C67094A9}"/>
              </a:ext>
            </a:extLst>
          </p:cNvPr>
          <p:cNvSpPr>
            <a:spLocks noGrp="1"/>
          </p:cNvSpPr>
          <p:nvPr>
            <p:ph type="title"/>
          </p:nvPr>
        </p:nvSpPr>
        <p:spPr>
          <a:xfrm>
            <a:off x="695326" y="1052736"/>
            <a:ext cx="5208586" cy="468000"/>
          </a:xfrm>
        </p:spPr>
        <p:txBody>
          <a:bodyPr anchor="t"/>
          <a:lstStyle>
            <a:lvl1pPr>
              <a:defRPr>
                <a:solidFill>
                  <a:schemeClr val="bg1"/>
                </a:solidFill>
              </a:defRPr>
            </a:lvl1pPr>
          </a:lstStyle>
          <a:p>
            <a:r>
              <a:rPr lang="en-US"/>
              <a:t>Click to edit Master title style</a:t>
            </a:r>
            <a:endParaRPr lang="en-AU" dirty="0"/>
          </a:p>
        </p:txBody>
      </p:sp>
    </p:spTree>
    <p:extLst>
      <p:ext uri="{BB962C8B-B14F-4D97-AF65-F5344CB8AC3E}">
        <p14:creationId xmlns:p14="http://schemas.microsoft.com/office/powerpoint/2010/main" val="1088797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ext with Image One Third Alt">
    <p:bg>
      <p:bgPr>
        <a:solidFill>
          <a:schemeClr val="accent1"/>
        </a:solidFill>
        <a:effectLst/>
      </p:bgPr>
    </p:bg>
    <p:spTree>
      <p:nvGrpSpPr>
        <p:cNvPr id="1" name=""/>
        <p:cNvGrpSpPr/>
        <p:nvPr/>
      </p:nvGrpSpPr>
      <p:grpSpPr>
        <a:xfrm>
          <a:off x="0" y="0"/>
          <a:ext cx="0" cy="0"/>
          <a:chOff x="0" y="0"/>
          <a:chExt cx="0" cy="0"/>
        </a:xfrm>
      </p:grpSpPr>
      <p:sp>
        <p:nvSpPr>
          <p:cNvPr id="13" name="Text Placeholder 16">
            <a:extLst>
              <a:ext uri="{FF2B5EF4-FFF2-40B4-BE49-F238E27FC236}">
                <a16:creationId xmlns:a16="http://schemas.microsoft.com/office/drawing/2014/main" id="{B4FA68DC-FEFE-4790-B4A5-75AF5CDBE1D5}"/>
              </a:ext>
            </a:extLst>
          </p:cNvPr>
          <p:cNvSpPr>
            <a:spLocks noGrp="1"/>
          </p:cNvSpPr>
          <p:nvPr>
            <p:ph type="body" sz="quarter" idx="22" hasCustomPrompt="1"/>
          </p:nvPr>
        </p:nvSpPr>
        <p:spPr bwMode="invGray">
          <a:xfrm>
            <a:off x="0" y="0"/>
            <a:ext cx="10704513" cy="6869113"/>
          </a:xfrm>
          <a:solidFill>
            <a:schemeClr val="accent1"/>
          </a:solidFill>
        </p:spPr>
        <p:txBody>
          <a:bodyPr>
            <a:normAutofit/>
          </a:bodyPr>
          <a:lstStyle>
            <a:lvl1pPr>
              <a:defRPr sz="100">
                <a:solidFill>
                  <a:schemeClr val="accent1"/>
                </a:solidFill>
              </a:defRPr>
            </a:lvl1pPr>
          </a:lstStyle>
          <a:p>
            <a:pPr lvl="0"/>
            <a:r>
              <a:rPr lang="en-AU" dirty="0"/>
              <a:t> </a:t>
            </a:r>
          </a:p>
        </p:txBody>
      </p:sp>
      <p:sp>
        <p:nvSpPr>
          <p:cNvPr id="15" name="TextBox 14">
            <a:extLst>
              <a:ext uri="{FF2B5EF4-FFF2-40B4-BE49-F238E27FC236}">
                <a16:creationId xmlns:a16="http://schemas.microsoft.com/office/drawing/2014/main" id="{52BEE3ED-5C13-4151-AFC4-04F14BD9ECA3}"/>
              </a:ext>
            </a:extLst>
          </p:cNvPr>
          <p:cNvSpPr txBox="1"/>
          <p:nvPr/>
        </p:nvSpPr>
        <p:spPr>
          <a:xfrm>
            <a:off x="1" y="-622612"/>
            <a:ext cx="7632171" cy="523220"/>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Clicking along the edge of purple container and change the shape fill colour.</a:t>
            </a:r>
          </a:p>
        </p:txBody>
      </p:sp>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8108851" y="-8784"/>
            <a:ext cx="4083149" cy="6868620"/>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0093"/>
              <a:gd name="connsiteY0" fmla="*/ 0 h 5592752"/>
              <a:gd name="connsiteX1" fmla="*/ 2714232 w 4070093"/>
              <a:gd name="connsiteY1" fmla="*/ 3644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2714242"/>
              <a:gd name="connsiteY0" fmla="*/ 0 h 5592752"/>
              <a:gd name="connsiteX1" fmla="*/ 2714232 w 2714242"/>
              <a:gd name="connsiteY1" fmla="*/ 3644 h 5592752"/>
              <a:gd name="connsiteX2" fmla="*/ 2455391 w 2714242"/>
              <a:gd name="connsiteY2" fmla="*/ 5590810 h 5592752"/>
              <a:gd name="connsiteX3" fmla="*/ 1718207 w 2714242"/>
              <a:gd name="connsiteY3" fmla="*/ 5592752 h 5592752"/>
              <a:gd name="connsiteX4" fmla="*/ 1791 w 2714242"/>
              <a:gd name="connsiteY4" fmla="*/ 3144317 h 5592752"/>
              <a:gd name="connsiteX5" fmla="*/ 454 w 2714242"/>
              <a:gd name="connsiteY5" fmla="*/ 0 h 5592752"/>
              <a:gd name="connsiteX0" fmla="*/ 454 w 2714778"/>
              <a:gd name="connsiteY0" fmla="*/ 0 h 5596508"/>
              <a:gd name="connsiteX1" fmla="*/ 2714232 w 2714778"/>
              <a:gd name="connsiteY1" fmla="*/ 3644 h 5596508"/>
              <a:gd name="connsiteX2" fmla="*/ 2714070 w 2714778"/>
              <a:gd name="connsiteY2" fmla="*/ 5596508 h 5596508"/>
              <a:gd name="connsiteX3" fmla="*/ 1718207 w 2714778"/>
              <a:gd name="connsiteY3" fmla="*/ 5592752 h 5596508"/>
              <a:gd name="connsiteX4" fmla="*/ 1791 w 2714778"/>
              <a:gd name="connsiteY4" fmla="*/ 3144317 h 5596508"/>
              <a:gd name="connsiteX5" fmla="*/ 454 w 2714778"/>
              <a:gd name="connsiteY5" fmla="*/ 0 h 5596508"/>
              <a:gd name="connsiteX0" fmla="*/ 454 w 2714070"/>
              <a:gd name="connsiteY0" fmla="*/ 0 h 5596508"/>
              <a:gd name="connsiteX1" fmla="*/ 2709992 w 2714070"/>
              <a:gd name="connsiteY1" fmla="*/ 3644 h 5596508"/>
              <a:gd name="connsiteX2" fmla="*/ 2714070 w 2714070"/>
              <a:gd name="connsiteY2" fmla="*/ 5596508 h 5596508"/>
              <a:gd name="connsiteX3" fmla="*/ 1718207 w 2714070"/>
              <a:gd name="connsiteY3" fmla="*/ 5592752 h 5596508"/>
              <a:gd name="connsiteX4" fmla="*/ 1791 w 2714070"/>
              <a:gd name="connsiteY4" fmla="*/ 3144317 h 5596508"/>
              <a:gd name="connsiteX5" fmla="*/ 454 w 2714070"/>
              <a:gd name="connsiteY5" fmla="*/ 0 h 5596508"/>
              <a:gd name="connsiteX0" fmla="*/ 454 w 2714779"/>
              <a:gd name="connsiteY0" fmla="*/ 2054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2054 h 5598562"/>
              <a:gd name="connsiteX0" fmla="*/ 454 w 2714779"/>
              <a:gd name="connsiteY0" fmla="*/ 7751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7751 h 5598562"/>
              <a:gd name="connsiteX0" fmla="*/ 454 w 2714070"/>
              <a:gd name="connsiteY0" fmla="*/ 571782 h 6162593"/>
              <a:gd name="connsiteX1" fmla="*/ 2707872 w 2714070"/>
              <a:gd name="connsiteY1" fmla="*/ 0 h 6162593"/>
              <a:gd name="connsiteX2" fmla="*/ 2714070 w 2714070"/>
              <a:gd name="connsiteY2" fmla="*/ 6162593 h 6162593"/>
              <a:gd name="connsiteX3" fmla="*/ 1718207 w 2714070"/>
              <a:gd name="connsiteY3" fmla="*/ 6158837 h 6162593"/>
              <a:gd name="connsiteX4" fmla="*/ 1791 w 2714070"/>
              <a:gd name="connsiteY4" fmla="*/ 3710402 h 6162593"/>
              <a:gd name="connsiteX5" fmla="*/ 454 w 2714070"/>
              <a:gd name="connsiteY5" fmla="*/ 571782 h 6162593"/>
              <a:gd name="connsiteX0" fmla="*/ 454 w 2714070"/>
              <a:gd name="connsiteY0" fmla="*/ 7751 h 6162593"/>
              <a:gd name="connsiteX1" fmla="*/ 2707872 w 2714070"/>
              <a:gd name="connsiteY1" fmla="*/ 0 h 6162593"/>
              <a:gd name="connsiteX2" fmla="*/ 2714070 w 2714070"/>
              <a:gd name="connsiteY2" fmla="*/ 6162593 h 6162593"/>
              <a:gd name="connsiteX3" fmla="*/ 1718207 w 2714070"/>
              <a:gd name="connsiteY3" fmla="*/ 6158837 h 6162593"/>
              <a:gd name="connsiteX4" fmla="*/ 1791 w 2714070"/>
              <a:gd name="connsiteY4" fmla="*/ 3710402 h 6162593"/>
              <a:gd name="connsiteX5" fmla="*/ 454 w 2714070"/>
              <a:gd name="connsiteY5" fmla="*/ 7751 h 6162593"/>
              <a:gd name="connsiteX0" fmla="*/ 454 w 2720839"/>
              <a:gd name="connsiteY0" fmla="*/ 7751 h 6162593"/>
              <a:gd name="connsiteX1" fmla="*/ 2720594 w 2720839"/>
              <a:gd name="connsiteY1" fmla="*/ 0 h 6162593"/>
              <a:gd name="connsiteX2" fmla="*/ 2714070 w 2720839"/>
              <a:gd name="connsiteY2" fmla="*/ 6162593 h 6162593"/>
              <a:gd name="connsiteX3" fmla="*/ 1718207 w 2720839"/>
              <a:gd name="connsiteY3" fmla="*/ 6158837 h 6162593"/>
              <a:gd name="connsiteX4" fmla="*/ 1791 w 2720839"/>
              <a:gd name="connsiteY4" fmla="*/ 3710402 h 6162593"/>
              <a:gd name="connsiteX5" fmla="*/ 454 w 2720839"/>
              <a:gd name="connsiteY5" fmla="*/ 7751 h 6162593"/>
              <a:gd name="connsiteX0" fmla="*/ 454 w 2726792"/>
              <a:gd name="connsiteY0" fmla="*/ 7751 h 6162593"/>
              <a:gd name="connsiteX1" fmla="*/ 2720594 w 2726792"/>
              <a:gd name="connsiteY1" fmla="*/ 0 h 6162593"/>
              <a:gd name="connsiteX2" fmla="*/ 2726792 w 2726792"/>
              <a:gd name="connsiteY2" fmla="*/ 6162593 h 6162593"/>
              <a:gd name="connsiteX3" fmla="*/ 1718207 w 2726792"/>
              <a:gd name="connsiteY3" fmla="*/ 6158837 h 6162593"/>
              <a:gd name="connsiteX4" fmla="*/ 1791 w 2726792"/>
              <a:gd name="connsiteY4" fmla="*/ 3710402 h 6162593"/>
              <a:gd name="connsiteX5" fmla="*/ 454 w 2726792"/>
              <a:gd name="connsiteY5" fmla="*/ 7751 h 6162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6792" h="6162593">
                <a:moveTo>
                  <a:pt x="454" y="7751"/>
                </a:moveTo>
                <a:lnTo>
                  <a:pt x="2720594" y="0"/>
                </a:lnTo>
                <a:cubicBezTo>
                  <a:pt x="2722551" y="1865237"/>
                  <a:pt x="2724835" y="4297356"/>
                  <a:pt x="2726792" y="6162593"/>
                </a:cubicBezTo>
                <a:lnTo>
                  <a:pt x="1718207" y="6158837"/>
                </a:lnTo>
                <a:cubicBezTo>
                  <a:pt x="689093" y="5848705"/>
                  <a:pt x="-8821" y="4564073"/>
                  <a:pt x="1791" y="3710402"/>
                </a:cubicBezTo>
                <a:cubicBezTo>
                  <a:pt x="3783" y="2507139"/>
                  <a:pt x="-1538" y="1211014"/>
                  <a:pt x="454" y="7751"/>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11" name="Text Placeholder 5">
            <a:extLst>
              <a:ext uri="{FF2B5EF4-FFF2-40B4-BE49-F238E27FC236}">
                <a16:creationId xmlns:a16="http://schemas.microsoft.com/office/drawing/2014/main" id="{8E5BD460-2E08-418B-9ED2-FED7577890AA}"/>
              </a:ext>
            </a:extLst>
          </p:cNvPr>
          <p:cNvSpPr>
            <a:spLocks noGrp="1"/>
          </p:cNvSpPr>
          <p:nvPr>
            <p:ph type="body" sz="quarter" idx="17" hasCustomPrompt="1"/>
          </p:nvPr>
        </p:nvSpPr>
        <p:spPr bwMode="white">
          <a:xfrm>
            <a:off x="4400550" y="6524625"/>
            <a:ext cx="3384667" cy="241300"/>
          </a:xfrm>
        </p:spPr>
        <p:txBody>
          <a:bodyPr anchor="ctr">
            <a:normAutofit/>
          </a:bodyPr>
          <a:lstStyle>
            <a:lvl1pPr algn="ctr">
              <a:defRPr sz="1000" b="1">
                <a:solidFill>
                  <a:schemeClr val="bg1"/>
                </a:solidFill>
              </a:defRPr>
            </a:lvl1pPr>
          </a:lstStyle>
          <a:p>
            <a:pPr lvl="0"/>
            <a:r>
              <a:rPr lang="en-US" dirty="0"/>
              <a:t>#[Hashtag text]</a:t>
            </a:r>
          </a:p>
        </p:txBody>
      </p:sp>
      <p:sp>
        <p:nvSpPr>
          <p:cNvPr id="10" name="Text Placeholder 5">
            <a:extLst>
              <a:ext uri="{FF2B5EF4-FFF2-40B4-BE49-F238E27FC236}">
                <a16:creationId xmlns:a16="http://schemas.microsoft.com/office/drawing/2014/main" id="{468C9D50-7928-4CA0-BFA2-1AB0032BF14E}"/>
              </a:ext>
            </a:extLst>
          </p:cNvPr>
          <p:cNvSpPr>
            <a:spLocks noGrp="1"/>
          </p:cNvSpPr>
          <p:nvPr>
            <p:ph type="body" sz="quarter" idx="13"/>
          </p:nvPr>
        </p:nvSpPr>
        <p:spPr bwMode="white">
          <a:xfrm>
            <a:off x="695325" y="1700213"/>
            <a:ext cx="7089891" cy="4598075"/>
          </a:xfrm>
          <a:prstGeom prst="rect">
            <a:avLst/>
          </a:prstGeom>
        </p:spPr>
        <p:txBody>
          <a:bodyPr/>
          <a:lstStyle>
            <a:lvl1pPr>
              <a:buNone/>
              <a:defRPr lang="en-US" dirty="0">
                <a:solidFill>
                  <a:schemeClr val="bg1"/>
                </a:solidFill>
              </a:defRPr>
            </a:lvl1pPr>
            <a:lvl2pPr>
              <a:buClr>
                <a:schemeClr val="bg1"/>
              </a:buClr>
              <a:defRPr lang="en-US" dirty="0">
                <a:solidFill>
                  <a:schemeClr val="bg1"/>
                </a:solidFill>
              </a:defRPr>
            </a:lvl2pPr>
            <a:lvl3pPr>
              <a:buClr>
                <a:schemeClr val="bg1"/>
              </a:buClr>
              <a:defRPr lang="en-US" dirty="0">
                <a:solidFill>
                  <a:schemeClr val="bg1"/>
                </a:solidFill>
              </a:defRPr>
            </a:lvl3pPr>
            <a:lvl4pPr>
              <a:defRPr lang="en-US" dirty="0">
                <a:solidFill>
                  <a:schemeClr val="bg1"/>
                </a:solidFill>
              </a:defRPr>
            </a:lvl4pPr>
            <a:lvl5pPr>
              <a:defRPr lang="en-US" dirty="0">
                <a:solidFill>
                  <a:schemeClr val="bg1"/>
                </a:solidFill>
              </a:defRPr>
            </a:lvl5pPr>
            <a:lvl6pPr>
              <a:defRPr lang="en-AU" dirty="0">
                <a:solidFill>
                  <a:schemeClr val="bg1"/>
                </a:solidFill>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 name="Title 1">
            <a:extLst>
              <a:ext uri="{FF2B5EF4-FFF2-40B4-BE49-F238E27FC236}">
                <a16:creationId xmlns:a16="http://schemas.microsoft.com/office/drawing/2014/main" id="{2AF87536-1667-4319-A130-CF6578DB2C85}"/>
              </a:ext>
            </a:extLst>
          </p:cNvPr>
          <p:cNvSpPr>
            <a:spLocks noGrp="1"/>
          </p:cNvSpPr>
          <p:nvPr>
            <p:ph type="title"/>
          </p:nvPr>
        </p:nvSpPr>
        <p:spPr bwMode="white">
          <a:xfrm>
            <a:off x="695326" y="1052736"/>
            <a:ext cx="7096124" cy="469056"/>
          </a:xfrm>
        </p:spPr>
        <p:txBody>
          <a:bodyPr/>
          <a:lstStyle>
            <a:lvl1pPr>
              <a:defRPr>
                <a:solidFill>
                  <a:schemeClr val="bg1"/>
                </a:solidFill>
              </a:defRPr>
            </a:lvl1pPr>
          </a:lstStyle>
          <a:p>
            <a:r>
              <a:rPr lang="en-US"/>
              <a:t>Click to edit Master title style</a:t>
            </a:r>
            <a:endParaRPr lang="en-AU" dirty="0"/>
          </a:p>
        </p:txBody>
      </p:sp>
      <p:sp>
        <p:nvSpPr>
          <p:cNvPr id="6" name="Date Placeholder 5">
            <a:extLst>
              <a:ext uri="{FF2B5EF4-FFF2-40B4-BE49-F238E27FC236}">
                <a16:creationId xmlns:a16="http://schemas.microsoft.com/office/drawing/2014/main" id="{9AD53B17-CFA2-4153-BA9B-6F2B6C1F6005}"/>
              </a:ext>
            </a:extLst>
          </p:cNvPr>
          <p:cNvSpPr>
            <a:spLocks noGrp="1"/>
          </p:cNvSpPr>
          <p:nvPr>
            <p:ph type="dt" sz="half" idx="19"/>
          </p:nvPr>
        </p:nvSpPr>
        <p:spPr bwMode="white">
          <a:xfrm>
            <a:off x="695325" y="151136"/>
            <a:ext cx="2376000" cy="241200"/>
          </a:xfrm>
          <a:prstGeom prst="rect">
            <a:avLst/>
          </a:prstGeom>
        </p:spPr>
        <p:txBody>
          <a:bodyPr/>
          <a:lstStyle/>
          <a:p>
            <a:fld id="{3468B907-8280-41C4-9B08-2EB3E336260D}" type="datetime1">
              <a:rPr lang="en-US" smtClean="0"/>
              <a:t>12/12/2022</a:t>
            </a:fld>
            <a:endParaRPr lang="en-US" dirty="0"/>
          </a:p>
        </p:txBody>
      </p:sp>
      <p:sp>
        <p:nvSpPr>
          <p:cNvPr id="7" name="Footer Placeholder 6">
            <a:extLst>
              <a:ext uri="{FF2B5EF4-FFF2-40B4-BE49-F238E27FC236}">
                <a16:creationId xmlns:a16="http://schemas.microsoft.com/office/drawing/2014/main" id="{68508C9E-FE7C-44AA-84C7-0471A04346C4}"/>
              </a:ext>
            </a:extLst>
          </p:cNvPr>
          <p:cNvSpPr>
            <a:spLocks noGrp="1"/>
          </p:cNvSpPr>
          <p:nvPr>
            <p:ph type="ftr" sz="quarter" idx="20"/>
          </p:nvPr>
        </p:nvSpPr>
        <p:spPr bwMode="white"/>
        <p:txBody>
          <a:bodyPr/>
          <a:lstStyle>
            <a:lvl1pPr>
              <a:defRPr>
                <a:solidFill>
                  <a:schemeClr val="bg1"/>
                </a:solidFill>
              </a:defRPr>
            </a:lvl1pPr>
          </a:lstStyle>
          <a:p>
            <a:endParaRPr lang="en-US" dirty="0"/>
          </a:p>
        </p:txBody>
      </p:sp>
      <p:sp>
        <p:nvSpPr>
          <p:cNvPr id="8" name="Slide Number Placeholder 7">
            <a:extLst>
              <a:ext uri="{FF2B5EF4-FFF2-40B4-BE49-F238E27FC236}">
                <a16:creationId xmlns:a16="http://schemas.microsoft.com/office/drawing/2014/main" id="{F52737AE-AB1C-425B-82B5-B5D4E1208032}"/>
              </a:ext>
            </a:extLst>
          </p:cNvPr>
          <p:cNvSpPr>
            <a:spLocks noGrp="1"/>
          </p:cNvSpPr>
          <p:nvPr>
            <p:ph type="sldNum" sz="quarter" idx="21"/>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2100871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ext with 4 Image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CB39BD51-2E8D-4FDD-8EEB-A7A9070EDD67}"/>
              </a:ext>
            </a:extLst>
          </p:cNvPr>
          <p:cNvSpPr>
            <a:spLocks noGrp="1"/>
          </p:cNvSpPr>
          <p:nvPr>
            <p:ph type="pic" sz="quarter" idx="12" hasCustomPrompt="1"/>
          </p:nvPr>
        </p:nvSpPr>
        <p:spPr>
          <a:xfrm>
            <a:off x="4407049" y="630978"/>
            <a:ext cx="3888000" cy="2844000"/>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6" name="Text Placeholder 5">
            <a:extLst>
              <a:ext uri="{FF2B5EF4-FFF2-40B4-BE49-F238E27FC236}">
                <a16:creationId xmlns:a16="http://schemas.microsoft.com/office/drawing/2014/main" id="{05B945E3-14E3-4804-9C19-FEC6CFB9A20D}"/>
              </a:ext>
            </a:extLst>
          </p:cNvPr>
          <p:cNvSpPr>
            <a:spLocks noGrp="1"/>
          </p:cNvSpPr>
          <p:nvPr>
            <p:ph type="body" sz="quarter" idx="13"/>
          </p:nvPr>
        </p:nvSpPr>
        <p:spPr>
          <a:xfrm>
            <a:off x="695326" y="2204864"/>
            <a:ext cx="3384000" cy="4093424"/>
          </a:xfrm>
          <a:prstGeom prst="rect">
            <a:avLst/>
          </a:prstGeom>
        </p:spPr>
        <p:txBody>
          <a:bodyPr/>
          <a:lstStyle>
            <a:lvl1pPr>
              <a:buNone/>
              <a:defRPr lang="en-US" dirty="0"/>
            </a:lvl1pPr>
            <a:lvl2pPr>
              <a:defRPr lang="en-US" dirty="0"/>
            </a:lvl2pPr>
            <a:lvl3pPr>
              <a:defRPr lang="en-US" dirty="0"/>
            </a:lvl3pPr>
            <a:lvl4pPr>
              <a:defRPr lang="en-US" dirty="0"/>
            </a:lvl4pPr>
            <a:lvl5pPr>
              <a:defRPr lang="en-US" dirty="0"/>
            </a:lvl5pPr>
            <a:lvl6pPr>
              <a:defRPr lang="en-AU" dirty="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5">
            <a:extLst>
              <a:ext uri="{FF2B5EF4-FFF2-40B4-BE49-F238E27FC236}">
                <a16:creationId xmlns:a16="http://schemas.microsoft.com/office/drawing/2014/main" id="{DA8ABAA8-126B-459D-B960-B85E22F49DF4}"/>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Picture Placeholder 9">
            <a:extLst>
              <a:ext uri="{FF2B5EF4-FFF2-40B4-BE49-F238E27FC236}">
                <a16:creationId xmlns:a16="http://schemas.microsoft.com/office/drawing/2014/main" id="{86B950FF-5CC1-4A3A-ABA9-ADF58494DD0A}"/>
              </a:ext>
            </a:extLst>
          </p:cNvPr>
          <p:cNvSpPr>
            <a:spLocks noGrp="1"/>
          </p:cNvSpPr>
          <p:nvPr>
            <p:ph type="pic" sz="quarter" idx="16" hasCustomPrompt="1"/>
          </p:nvPr>
        </p:nvSpPr>
        <p:spPr>
          <a:xfrm>
            <a:off x="4407049" y="3485752"/>
            <a:ext cx="3888000" cy="2844000"/>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11" name="Picture Placeholder 9">
            <a:extLst>
              <a:ext uri="{FF2B5EF4-FFF2-40B4-BE49-F238E27FC236}">
                <a16:creationId xmlns:a16="http://schemas.microsoft.com/office/drawing/2014/main" id="{BA2B0415-0383-4B33-9E29-9ADFC2A05427}"/>
              </a:ext>
            </a:extLst>
          </p:cNvPr>
          <p:cNvSpPr>
            <a:spLocks noGrp="1"/>
          </p:cNvSpPr>
          <p:nvPr>
            <p:ph type="pic" sz="quarter" idx="17" hasCustomPrompt="1"/>
          </p:nvPr>
        </p:nvSpPr>
        <p:spPr>
          <a:xfrm>
            <a:off x="8304000" y="630978"/>
            <a:ext cx="3888000" cy="2844000"/>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13" name="Picture Placeholder 9">
            <a:extLst>
              <a:ext uri="{FF2B5EF4-FFF2-40B4-BE49-F238E27FC236}">
                <a16:creationId xmlns:a16="http://schemas.microsoft.com/office/drawing/2014/main" id="{4966C236-904D-498D-801E-8C4057C0A034}"/>
              </a:ext>
            </a:extLst>
          </p:cNvPr>
          <p:cNvSpPr>
            <a:spLocks noGrp="1"/>
          </p:cNvSpPr>
          <p:nvPr>
            <p:ph type="pic" sz="quarter" idx="18" hasCustomPrompt="1"/>
          </p:nvPr>
        </p:nvSpPr>
        <p:spPr>
          <a:xfrm>
            <a:off x="8304000" y="3485752"/>
            <a:ext cx="3888000" cy="2844000"/>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14" name="Rectangle 13">
            <a:extLst>
              <a:ext uri="{FF2B5EF4-FFF2-40B4-BE49-F238E27FC236}">
                <a16:creationId xmlns:a16="http://schemas.microsoft.com/office/drawing/2014/main" id="{377D8A62-4A58-4C23-B0E5-AEF193611E4D}"/>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6" name="Picture 15">
            <a:extLst>
              <a:ext uri="{FF2B5EF4-FFF2-40B4-BE49-F238E27FC236}">
                <a16:creationId xmlns:a16="http://schemas.microsoft.com/office/drawing/2014/main" id="{EDEB74D7-CB6B-47FE-A2A8-7AE5F1DED986}"/>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15" name="Title 1">
            <a:extLst>
              <a:ext uri="{FF2B5EF4-FFF2-40B4-BE49-F238E27FC236}">
                <a16:creationId xmlns:a16="http://schemas.microsoft.com/office/drawing/2014/main" id="{E061BA70-9BEA-4AF5-8B24-03EBB3F28710}"/>
              </a:ext>
            </a:extLst>
          </p:cNvPr>
          <p:cNvSpPr>
            <a:spLocks noGrp="1"/>
          </p:cNvSpPr>
          <p:nvPr>
            <p:ph type="title"/>
          </p:nvPr>
        </p:nvSpPr>
        <p:spPr>
          <a:xfrm>
            <a:off x="695326" y="1052736"/>
            <a:ext cx="3384549" cy="1008112"/>
          </a:xfrm>
        </p:spPr>
        <p:txBody>
          <a:bodyPr anchor="t"/>
          <a:lstStyle/>
          <a:p>
            <a:r>
              <a:rPr lang="en-US"/>
              <a:t>Click to edit Master title style</a:t>
            </a:r>
            <a:endParaRPr lang="en-AU" dirty="0"/>
          </a:p>
        </p:txBody>
      </p:sp>
      <p:sp>
        <p:nvSpPr>
          <p:cNvPr id="2" name="Date Placeholder 1">
            <a:extLst>
              <a:ext uri="{FF2B5EF4-FFF2-40B4-BE49-F238E27FC236}">
                <a16:creationId xmlns:a16="http://schemas.microsoft.com/office/drawing/2014/main" id="{C0CA8BB8-1B5E-4246-8A55-FAB9C1E84DFA}"/>
              </a:ext>
            </a:extLst>
          </p:cNvPr>
          <p:cNvSpPr>
            <a:spLocks noGrp="1"/>
          </p:cNvSpPr>
          <p:nvPr>
            <p:ph type="dt" sz="half" idx="19"/>
          </p:nvPr>
        </p:nvSpPr>
        <p:spPr bwMode="white"/>
        <p:txBody>
          <a:bodyPr/>
          <a:lstStyle/>
          <a:p>
            <a:fld id="{9AB6FC14-7E08-4F3D-8EDC-FCCDA57FD5C9}" type="datetime1">
              <a:rPr lang="en-US" smtClean="0"/>
              <a:t>12/12/2022</a:t>
            </a:fld>
            <a:endParaRPr lang="en-US" dirty="0"/>
          </a:p>
        </p:txBody>
      </p:sp>
      <p:sp>
        <p:nvSpPr>
          <p:cNvPr id="7" name="Footer Placeholder 6">
            <a:extLst>
              <a:ext uri="{FF2B5EF4-FFF2-40B4-BE49-F238E27FC236}">
                <a16:creationId xmlns:a16="http://schemas.microsoft.com/office/drawing/2014/main" id="{AF4FF51F-8DC8-4E19-BB72-27E7B862578F}"/>
              </a:ext>
            </a:extLst>
          </p:cNvPr>
          <p:cNvSpPr>
            <a:spLocks noGrp="1"/>
          </p:cNvSpPr>
          <p:nvPr>
            <p:ph type="ftr" sz="quarter" idx="20"/>
          </p:nvPr>
        </p:nvSpPr>
        <p:spPr/>
        <p:txBody>
          <a:bodyPr/>
          <a:lstStyle/>
          <a:p>
            <a:endParaRPr lang="en-US" dirty="0"/>
          </a:p>
        </p:txBody>
      </p:sp>
      <p:sp>
        <p:nvSpPr>
          <p:cNvPr id="8" name="Slide Number Placeholder 7">
            <a:extLst>
              <a:ext uri="{FF2B5EF4-FFF2-40B4-BE49-F238E27FC236}">
                <a16:creationId xmlns:a16="http://schemas.microsoft.com/office/drawing/2014/main" id="{21CA045B-79DD-4F1E-A5D5-56CC7F67455E}"/>
              </a:ext>
            </a:extLst>
          </p:cNvPr>
          <p:cNvSpPr>
            <a:spLocks noGrp="1"/>
          </p:cNvSpPr>
          <p:nvPr>
            <p:ph type="sldNum" sz="quarter" idx="21"/>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3735229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hree Column Text &amp; Image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B44D1A49-1FEC-4FD2-B560-402C9B2E281A}"/>
              </a:ext>
            </a:extLst>
          </p:cNvPr>
          <p:cNvSpPr>
            <a:spLocks noGrp="1"/>
          </p:cNvSpPr>
          <p:nvPr>
            <p:ph type="pic" sz="quarter" idx="14" hasCustomPrompt="1"/>
          </p:nvPr>
        </p:nvSpPr>
        <p:spPr>
          <a:xfrm>
            <a:off x="695326" y="3447000"/>
            <a:ext cx="3384000" cy="2861725"/>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11" name="Picture Placeholder 8">
            <a:extLst>
              <a:ext uri="{FF2B5EF4-FFF2-40B4-BE49-F238E27FC236}">
                <a16:creationId xmlns:a16="http://schemas.microsoft.com/office/drawing/2014/main" id="{C59B66CF-A807-44F1-A681-793122F8A033}"/>
              </a:ext>
            </a:extLst>
          </p:cNvPr>
          <p:cNvSpPr>
            <a:spLocks noGrp="1"/>
          </p:cNvSpPr>
          <p:nvPr>
            <p:ph type="pic" sz="quarter" idx="16" hasCustomPrompt="1"/>
          </p:nvPr>
        </p:nvSpPr>
        <p:spPr>
          <a:xfrm>
            <a:off x="4409626" y="3447000"/>
            <a:ext cx="3384000" cy="2861725"/>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13" name="Picture Placeholder 8">
            <a:extLst>
              <a:ext uri="{FF2B5EF4-FFF2-40B4-BE49-F238E27FC236}">
                <a16:creationId xmlns:a16="http://schemas.microsoft.com/office/drawing/2014/main" id="{6B4B4A83-90AC-42EA-83C2-FA8462468851}"/>
              </a:ext>
            </a:extLst>
          </p:cNvPr>
          <p:cNvSpPr>
            <a:spLocks noGrp="1"/>
          </p:cNvSpPr>
          <p:nvPr>
            <p:ph type="pic" sz="quarter" idx="18" hasCustomPrompt="1"/>
          </p:nvPr>
        </p:nvSpPr>
        <p:spPr>
          <a:xfrm>
            <a:off x="8112676" y="3446253"/>
            <a:ext cx="3384000" cy="2861725"/>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p:nvPr>
        </p:nvSpPr>
        <p:spPr>
          <a:xfrm>
            <a:off x="695325" y="1700212"/>
            <a:ext cx="3384000" cy="1728787"/>
          </a:xfrm>
          <a:prstGeom prst="rect">
            <a:avLst/>
          </a:prstGeom>
        </p:spPr>
        <p:txBody>
          <a:bodyPr/>
          <a:lstStyle>
            <a:lvl1pPr>
              <a:lnSpc>
                <a:spcPct val="100000"/>
              </a:lnSpc>
              <a:defRPr lang="en-US" dirty="0"/>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a:t>Click to edit Master text styles</a:t>
            </a:r>
          </a:p>
          <a:p>
            <a:pPr lvl="1"/>
            <a:r>
              <a:rPr lang="en-US"/>
              <a:t>Second level</a:t>
            </a:r>
          </a:p>
        </p:txBody>
      </p:sp>
      <p:sp>
        <p:nvSpPr>
          <p:cNvPr id="16" name="Text Placeholder 14">
            <a:extLst>
              <a:ext uri="{FF2B5EF4-FFF2-40B4-BE49-F238E27FC236}">
                <a16:creationId xmlns:a16="http://schemas.microsoft.com/office/drawing/2014/main" id="{9BA9F9C4-C84A-43FB-A465-E020A9EB63D8}"/>
              </a:ext>
            </a:extLst>
          </p:cNvPr>
          <p:cNvSpPr>
            <a:spLocks noGrp="1"/>
          </p:cNvSpPr>
          <p:nvPr>
            <p:ph type="body" sz="quarter" idx="20"/>
          </p:nvPr>
        </p:nvSpPr>
        <p:spPr>
          <a:xfrm>
            <a:off x="4409626" y="1700212"/>
            <a:ext cx="3384000" cy="1728787"/>
          </a:xfrm>
          <a:prstGeom prst="rect">
            <a:avLst/>
          </a:prstGeom>
        </p:spPr>
        <p:txBody>
          <a:bodyPr/>
          <a:lstStyle>
            <a:lvl1pPr>
              <a:lnSpc>
                <a:spcPct val="100000"/>
              </a:lnSpc>
              <a:defRPr lang="en-US" dirty="0"/>
            </a:lvl1pPr>
            <a:lvl2pPr marL="171450" indent="-171450">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
        <p:nvSpPr>
          <p:cNvPr id="17" name="Text Placeholder 14">
            <a:extLst>
              <a:ext uri="{FF2B5EF4-FFF2-40B4-BE49-F238E27FC236}">
                <a16:creationId xmlns:a16="http://schemas.microsoft.com/office/drawing/2014/main" id="{564335FC-BD53-4794-8DA5-8FFBAE1F28B6}"/>
              </a:ext>
            </a:extLst>
          </p:cNvPr>
          <p:cNvSpPr>
            <a:spLocks noGrp="1"/>
          </p:cNvSpPr>
          <p:nvPr>
            <p:ph type="body" sz="quarter" idx="21"/>
          </p:nvPr>
        </p:nvSpPr>
        <p:spPr>
          <a:xfrm>
            <a:off x="8112676" y="1700212"/>
            <a:ext cx="3384000" cy="1728787"/>
          </a:xfrm>
          <a:prstGeom prst="rect">
            <a:avLst/>
          </a:prstGeom>
        </p:spPr>
        <p:txBody>
          <a:bodyPr/>
          <a:lstStyle>
            <a:lvl1pPr>
              <a:lnSpc>
                <a:spcPct val="100000"/>
              </a:lnSpc>
              <a:defRPr lang="en-US" dirty="0"/>
            </a:lvl1pPr>
            <a:lvl2pPr marL="171450" indent="-171450">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
        <p:nvSpPr>
          <p:cNvPr id="20" name="Text Placeholder 5">
            <a:extLst>
              <a:ext uri="{FF2B5EF4-FFF2-40B4-BE49-F238E27FC236}">
                <a16:creationId xmlns:a16="http://schemas.microsoft.com/office/drawing/2014/main" id="{0BBC08AD-280F-4174-A0CE-490AAFB979A2}"/>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4" name="Rectangle 13">
            <a:extLst>
              <a:ext uri="{FF2B5EF4-FFF2-40B4-BE49-F238E27FC236}">
                <a16:creationId xmlns:a16="http://schemas.microsoft.com/office/drawing/2014/main" id="{2DC1E423-DB93-432A-8BB7-4B2613DBF942}"/>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9" name="Picture 18">
            <a:extLst>
              <a:ext uri="{FF2B5EF4-FFF2-40B4-BE49-F238E27FC236}">
                <a16:creationId xmlns:a16="http://schemas.microsoft.com/office/drawing/2014/main" id="{7E590DBB-90A7-43BF-BDD1-CF1C6212FAF1}"/>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C882AF12-58DE-43D7-9E95-F90A1203C4FE}"/>
              </a:ext>
            </a:extLst>
          </p:cNvPr>
          <p:cNvSpPr>
            <a:spLocks noGrp="1"/>
          </p:cNvSpPr>
          <p:nvPr>
            <p:ph type="title"/>
          </p:nvPr>
        </p:nvSpPr>
        <p:spPr/>
        <p:txBody>
          <a:bodyPr/>
          <a:lstStyle/>
          <a:p>
            <a:r>
              <a:rPr lang="en-US"/>
              <a:t>Click to edit Master title style</a:t>
            </a:r>
            <a:endParaRPr lang="en-AU" dirty="0"/>
          </a:p>
        </p:txBody>
      </p:sp>
      <p:sp>
        <p:nvSpPr>
          <p:cNvPr id="2" name="Date Placeholder 1">
            <a:extLst>
              <a:ext uri="{FF2B5EF4-FFF2-40B4-BE49-F238E27FC236}">
                <a16:creationId xmlns:a16="http://schemas.microsoft.com/office/drawing/2014/main" id="{28AC1DC6-F03F-4189-B5B9-2FF38EB9C0E6}"/>
              </a:ext>
            </a:extLst>
          </p:cNvPr>
          <p:cNvSpPr>
            <a:spLocks noGrp="1"/>
          </p:cNvSpPr>
          <p:nvPr>
            <p:ph type="dt" sz="half" idx="22"/>
          </p:nvPr>
        </p:nvSpPr>
        <p:spPr bwMode="white"/>
        <p:txBody>
          <a:bodyPr/>
          <a:lstStyle/>
          <a:p>
            <a:fld id="{E424A783-FBCD-453A-A83F-D2A40C8358D3}" type="datetime1">
              <a:rPr lang="en-US" smtClean="0"/>
              <a:t>12/12/2022</a:t>
            </a:fld>
            <a:endParaRPr lang="en-US" dirty="0"/>
          </a:p>
        </p:txBody>
      </p:sp>
      <p:sp>
        <p:nvSpPr>
          <p:cNvPr id="7" name="Footer Placeholder 6">
            <a:extLst>
              <a:ext uri="{FF2B5EF4-FFF2-40B4-BE49-F238E27FC236}">
                <a16:creationId xmlns:a16="http://schemas.microsoft.com/office/drawing/2014/main" id="{B91E1143-CBAC-4E3D-95E2-1F1E3980ADDC}"/>
              </a:ext>
            </a:extLst>
          </p:cNvPr>
          <p:cNvSpPr>
            <a:spLocks noGrp="1"/>
          </p:cNvSpPr>
          <p:nvPr>
            <p:ph type="ftr" sz="quarter" idx="23"/>
          </p:nvPr>
        </p:nvSpPr>
        <p:spPr/>
        <p:txBody>
          <a:bodyPr/>
          <a:lstStyle/>
          <a:p>
            <a:endParaRPr lang="en-US" dirty="0"/>
          </a:p>
        </p:txBody>
      </p:sp>
      <p:sp>
        <p:nvSpPr>
          <p:cNvPr id="8" name="Slide Number Placeholder 7">
            <a:extLst>
              <a:ext uri="{FF2B5EF4-FFF2-40B4-BE49-F238E27FC236}">
                <a16:creationId xmlns:a16="http://schemas.microsoft.com/office/drawing/2014/main" id="{24035F6F-B1C5-4CB7-9CF1-E5C49956EAC7}"/>
              </a:ext>
            </a:extLst>
          </p:cNvPr>
          <p:cNvSpPr>
            <a:spLocks noGrp="1"/>
          </p:cNvSpPr>
          <p:nvPr>
            <p:ph type="sldNum" sz="quarter" idx="24"/>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3208530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cons &amp; Tex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B44D1A49-1FEC-4FD2-B560-402C9B2E281A}"/>
              </a:ext>
            </a:extLst>
          </p:cNvPr>
          <p:cNvSpPr>
            <a:spLocks noGrp="1"/>
          </p:cNvSpPr>
          <p:nvPr>
            <p:ph type="pic" sz="quarter" idx="14" hasCustomPrompt="1"/>
          </p:nvPr>
        </p:nvSpPr>
        <p:spPr>
          <a:xfrm>
            <a:off x="1691720" y="1700808"/>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hasCustomPrompt="1"/>
          </p:nvPr>
        </p:nvSpPr>
        <p:spPr>
          <a:xfrm>
            <a:off x="719668" y="2996952"/>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16" name="Text Placeholder 14">
            <a:extLst>
              <a:ext uri="{FF2B5EF4-FFF2-40B4-BE49-F238E27FC236}">
                <a16:creationId xmlns:a16="http://schemas.microsoft.com/office/drawing/2014/main" id="{9BA9F9C4-C84A-43FB-A465-E020A9EB63D8}"/>
              </a:ext>
            </a:extLst>
          </p:cNvPr>
          <p:cNvSpPr>
            <a:spLocks noGrp="1"/>
          </p:cNvSpPr>
          <p:nvPr>
            <p:ph type="body" sz="quarter" idx="20"/>
          </p:nvPr>
        </p:nvSpPr>
        <p:spPr>
          <a:xfrm>
            <a:off x="719668" y="3271090"/>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
        <p:nvSpPr>
          <p:cNvPr id="20" name="Text Placeholder 5">
            <a:extLst>
              <a:ext uri="{FF2B5EF4-FFF2-40B4-BE49-F238E27FC236}">
                <a16:creationId xmlns:a16="http://schemas.microsoft.com/office/drawing/2014/main" id="{0BBC08AD-280F-4174-A0CE-490AAFB979A2}"/>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4" name="Picture Placeholder 8">
            <a:extLst>
              <a:ext uri="{FF2B5EF4-FFF2-40B4-BE49-F238E27FC236}">
                <a16:creationId xmlns:a16="http://schemas.microsoft.com/office/drawing/2014/main" id="{49164FB8-D4B8-4D90-B308-464FB278E97B}"/>
              </a:ext>
            </a:extLst>
          </p:cNvPr>
          <p:cNvSpPr>
            <a:spLocks noGrp="1"/>
          </p:cNvSpPr>
          <p:nvPr>
            <p:ph type="pic" sz="quarter" idx="23" hasCustomPrompt="1"/>
          </p:nvPr>
        </p:nvSpPr>
        <p:spPr>
          <a:xfrm>
            <a:off x="5376051" y="1700808"/>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18" name="Text Placeholder 14">
            <a:extLst>
              <a:ext uri="{FF2B5EF4-FFF2-40B4-BE49-F238E27FC236}">
                <a16:creationId xmlns:a16="http://schemas.microsoft.com/office/drawing/2014/main" id="{B01E9CDC-2523-40AE-AF29-5A44EBFD8919}"/>
              </a:ext>
            </a:extLst>
          </p:cNvPr>
          <p:cNvSpPr>
            <a:spLocks noGrp="1"/>
          </p:cNvSpPr>
          <p:nvPr>
            <p:ph type="body" sz="quarter" idx="24" hasCustomPrompt="1"/>
          </p:nvPr>
        </p:nvSpPr>
        <p:spPr>
          <a:xfrm>
            <a:off x="4403999" y="2996952"/>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19" name="Text Placeholder 14">
            <a:extLst>
              <a:ext uri="{FF2B5EF4-FFF2-40B4-BE49-F238E27FC236}">
                <a16:creationId xmlns:a16="http://schemas.microsoft.com/office/drawing/2014/main" id="{4ADAC2D7-6D0E-46B8-9F7A-B4DB99B8900F}"/>
              </a:ext>
            </a:extLst>
          </p:cNvPr>
          <p:cNvSpPr>
            <a:spLocks noGrp="1"/>
          </p:cNvSpPr>
          <p:nvPr>
            <p:ph type="body" sz="quarter" idx="25"/>
          </p:nvPr>
        </p:nvSpPr>
        <p:spPr>
          <a:xfrm>
            <a:off x="4403999" y="3271090"/>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
        <p:nvSpPr>
          <p:cNvPr id="21" name="Picture Placeholder 8">
            <a:extLst>
              <a:ext uri="{FF2B5EF4-FFF2-40B4-BE49-F238E27FC236}">
                <a16:creationId xmlns:a16="http://schemas.microsoft.com/office/drawing/2014/main" id="{EFE4D8B1-EBB1-4B03-B440-81D22A8A0339}"/>
              </a:ext>
            </a:extLst>
          </p:cNvPr>
          <p:cNvSpPr>
            <a:spLocks noGrp="1"/>
          </p:cNvSpPr>
          <p:nvPr>
            <p:ph type="pic" sz="quarter" idx="26" hasCustomPrompt="1"/>
          </p:nvPr>
        </p:nvSpPr>
        <p:spPr>
          <a:xfrm>
            <a:off x="9063158" y="1700907"/>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22" name="Text Placeholder 14">
            <a:extLst>
              <a:ext uri="{FF2B5EF4-FFF2-40B4-BE49-F238E27FC236}">
                <a16:creationId xmlns:a16="http://schemas.microsoft.com/office/drawing/2014/main" id="{9FADD90A-0B64-4F90-9B57-FE13E0FCA228}"/>
              </a:ext>
            </a:extLst>
          </p:cNvPr>
          <p:cNvSpPr>
            <a:spLocks noGrp="1"/>
          </p:cNvSpPr>
          <p:nvPr>
            <p:ph type="body" sz="quarter" idx="27" hasCustomPrompt="1"/>
          </p:nvPr>
        </p:nvSpPr>
        <p:spPr>
          <a:xfrm>
            <a:off x="8091106" y="2997051"/>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23" name="Text Placeholder 14">
            <a:extLst>
              <a:ext uri="{FF2B5EF4-FFF2-40B4-BE49-F238E27FC236}">
                <a16:creationId xmlns:a16="http://schemas.microsoft.com/office/drawing/2014/main" id="{ABE4C7F0-C749-4520-AA04-DB6CA99155AA}"/>
              </a:ext>
            </a:extLst>
          </p:cNvPr>
          <p:cNvSpPr>
            <a:spLocks noGrp="1"/>
          </p:cNvSpPr>
          <p:nvPr>
            <p:ph type="body" sz="quarter" idx="28"/>
          </p:nvPr>
        </p:nvSpPr>
        <p:spPr>
          <a:xfrm>
            <a:off x="8091106" y="3271189"/>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
        <p:nvSpPr>
          <p:cNvPr id="24" name="Picture Placeholder 8">
            <a:extLst>
              <a:ext uri="{FF2B5EF4-FFF2-40B4-BE49-F238E27FC236}">
                <a16:creationId xmlns:a16="http://schemas.microsoft.com/office/drawing/2014/main" id="{10240862-4D4B-4BB9-8F4B-AA856CD17F50}"/>
              </a:ext>
            </a:extLst>
          </p:cNvPr>
          <p:cNvSpPr>
            <a:spLocks noGrp="1"/>
          </p:cNvSpPr>
          <p:nvPr>
            <p:ph type="pic" sz="quarter" idx="29" hasCustomPrompt="1"/>
          </p:nvPr>
        </p:nvSpPr>
        <p:spPr>
          <a:xfrm>
            <a:off x="1691720" y="4077242"/>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25" name="Text Placeholder 14">
            <a:extLst>
              <a:ext uri="{FF2B5EF4-FFF2-40B4-BE49-F238E27FC236}">
                <a16:creationId xmlns:a16="http://schemas.microsoft.com/office/drawing/2014/main" id="{58449337-35B4-44F8-8D00-F0C15EFB9CE5}"/>
              </a:ext>
            </a:extLst>
          </p:cNvPr>
          <p:cNvSpPr>
            <a:spLocks noGrp="1"/>
          </p:cNvSpPr>
          <p:nvPr>
            <p:ph type="body" sz="quarter" idx="30" hasCustomPrompt="1"/>
          </p:nvPr>
        </p:nvSpPr>
        <p:spPr>
          <a:xfrm>
            <a:off x="719668" y="5373386"/>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26" name="Text Placeholder 14">
            <a:extLst>
              <a:ext uri="{FF2B5EF4-FFF2-40B4-BE49-F238E27FC236}">
                <a16:creationId xmlns:a16="http://schemas.microsoft.com/office/drawing/2014/main" id="{2477189D-83D5-4749-BD7C-CADC0D1471D9}"/>
              </a:ext>
            </a:extLst>
          </p:cNvPr>
          <p:cNvSpPr>
            <a:spLocks noGrp="1"/>
          </p:cNvSpPr>
          <p:nvPr>
            <p:ph type="body" sz="quarter" idx="31"/>
          </p:nvPr>
        </p:nvSpPr>
        <p:spPr>
          <a:xfrm>
            <a:off x="719668" y="5647524"/>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
        <p:nvSpPr>
          <p:cNvPr id="27" name="Picture Placeholder 8">
            <a:extLst>
              <a:ext uri="{FF2B5EF4-FFF2-40B4-BE49-F238E27FC236}">
                <a16:creationId xmlns:a16="http://schemas.microsoft.com/office/drawing/2014/main" id="{6618C35F-5F01-46A6-BF04-0CA9BDBAAB65}"/>
              </a:ext>
            </a:extLst>
          </p:cNvPr>
          <p:cNvSpPr>
            <a:spLocks noGrp="1"/>
          </p:cNvSpPr>
          <p:nvPr>
            <p:ph type="pic" sz="quarter" idx="32" hasCustomPrompt="1"/>
          </p:nvPr>
        </p:nvSpPr>
        <p:spPr>
          <a:xfrm>
            <a:off x="5376051" y="4077242"/>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28" name="Text Placeholder 14">
            <a:extLst>
              <a:ext uri="{FF2B5EF4-FFF2-40B4-BE49-F238E27FC236}">
                <a16:creationId xmlns:a16="http://schemas.microsoft.com/office/drawing/2014/main" id="{B63A3128-4CA8-48D5-B82E-7EDA918D7F39}"/>
              </a:ext>
            </a:extLst>
          </p:cNvPr>
          <p:cNvSpPr>
            <a:spLocks noGrp="1"/>
          </p:cNvSpPr>
          <p:nvPr>
            <p:ph type="body" sz="quarter" idx="33" hasCustomPrompt="1"/>
          </p:nvPr>
        </p:nvSpPr>
        <p:spPr>
          <a:xfrm>
            <a:off x="4403999" y="5373386"/>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29" name="Text Placeholder 14">
            <a:extLst>
              <a:ext uri="{FF2B5EF4-FFF2-40B4-BE49-F238E27FC236}">
                <a16:creationId xmlns:a16="http://schemas.microsoft.com/office/drawing/2014/main" id="{AB7F5300-022A-4183-A132-AA8EB6534A61}"/>
              </a:ext>
            </a:extLst>
          </p:cNvPr>
          <p:cNvSpPr>
            <a:spLocks noGrp="1"/>
          </p:cNvSpPr>
          <p:nvPr>
            <p:ph type="body" sz="quarter" idx="34"/>
          </p:nvPr>
        </p:nvSpPr>
        <p:spPr>
          <a:xfrm>
            <a:off x="4403999" y="5647524"/>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
        <p:nvSpPr>
          <p:cNvPr id="30" name="Picture Placeholder 8">
            <a:extLst>
              <a:ext uri="{FF2B5EF4-FFF2-40B4-BE49-F238E27FC236}">
                <a16:creationId xmlns:a16="http://schemas.microsoft.com/office/drawing/2014/main" id="{CE2DF1AF-9EAD-40B3-B73C-07649220BF03}"/>
              </a:ext>
            </a:extLst>
          </p:cNvPr>
          <p:cNvSpPr>
            <a:spLocks noGrp="1"/>
          </p:cNvSpPr>
          <p:nvPr>
            <p:ph type="pic" sz="quarter" idx="35" hasCustomPrompt="1"/>
          </p:nvPr>
        </p:nvSpPr>
        <p:spPr>
          <a:xfrm>
            <a:off x="9063158" y="4077341"/>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31" name="Text Placeholder 14">
            <a:extLst>
              <a:ext uri="{FF2B5EF4-FFF2-40B4-BE49-F238E27FC236}">
                <a16:creationId xmlns:a16="http://schemas.microsoft.com/office/drawing/2014/main" id="{40CD5A08-CA4F-41B8-A1B0-488A6EC44817}"/>
              </a:ext>
            </a:extLst>
          </p:cNvPr>
          <p:cNvSpPr>
            <a:spLocks noGrp="1"/>
          </p:cNvSpPr>
          <p:nvPr>
            <p:ph type="body" sz="quarter" idx="36" hasCustomPrompt="1"/>
          </p:nvPr>
        </p:nvSpPr>
        <p:spPr>
          <a:xfrm>
            <a:off x="8091106" y="5373485"/>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32" name="Text Placeholder 14">
            <a:extLst>
              <a:ext uri="{FF2B5EF4-FFF2-40B4-BE49-F238E27FC236}">
                <a16:creationId xmlns:a16="http://schemas.microsoft.com/office/drawing/2014/main" id="{B722C2B9-2C83-4877-A90D-0CA01537B08C}"/>
              </a:ext>
            </a:extLst>
          </p:cNvPr>
          <p:cNvSpPr>
            <a:spLocks noGrp="1"/>
          </p:cNvSpPr>
          <p:nvPr>
            <p:ph type="body" sz="quarter" idx="37"/>
          </p:nvPr>
        </p:nvSpPr>
        <p:spPr>
          <a:xfrm>
            <a:off x="8091106" y="5647623"/>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
        <p:nvSpPr>
          <p:cNvPr id="33" name="Rectangle 32">
            <a:extLst>
              <a:ext uri="{FF2B5EF4-FFF2-40B4-BE49-F238E27FC236}">
                <a16:creationId xmlns:a16="http://schemas.microsoft.com/office/drawing/2014/main" id="{6FF019EB-FA99-486B-BA02-92BE76012990}"/>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35" name="Picture 34">
            <a:extLst>
              <a:ext uri="{FF2B5EF4-FFF2-40B4-BE49-F238E27FC236}">
                <a16:creationId xmlns:a16="http://schemas.microsoft.com/office/drawing/2014/main" id="{F1882F53-3639-4FFE-AFD1-5428267B6B9D}"/>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3D2A4C4A-3642-4CE3-8FB6-AFE5A9CA81FA}"/>
              </a:ext>
            </a:extLst>
          </p:cNvPr>
          <p:cNvSpPr>
            <a:spLocks noGrp="1"/>
          </p:cNvSpPr>
          <p:nvPr>
            <p:ph type="title"/>
          </p:nvPr>
        </p:nvSpPr>
        <p:spPr/>
        <p:txBody>
          <a:bodyPr/>
          <a:lstStyle/>
          <a:p>
            <a:r>
              <a:rPr lang="en-US"/>
              <a:t>Click to edit Master title style</a:t>
            </a:r>
            <a:endParaRPr lang="en-AU" dirty="0"/>
          </a:p>
        </p:txBody>
      </p:sp>
      <p:sp>
        <p:nvSpPr>
          <p:cNvPr id="2" name="Date Placeholder 1">
            <a:extLst>
              <a:ext uri="{FF2B5EF4-FFF2-40B4-BE49-F238E27FC236}">
                <a16:creationId xmlns:a16="http://schemas.microsoft.com/office/drawing/2014/main" id="{38C7AECD-2D0A-4301-9CB8-B765D71F0B6B}"/>
              </a:ext>
            </a:extLst>
          </p:cNvPr>
          <p:cNvSpPr>
            <a:spLocks noGrp="1"/>
          </p:cNvSpPr>
          <p:nvPr>
            <p:ph type="dt" sz="half" idx="38"/>
          </p:nvPr>
        </p:nvSpPr>
        <p:spPr bwMode="white"/>
        <p:txBody>
          <a:bodyPr/>
          <a:lstStyle/>
          <a:p>
            <a:fld id="{138A311E-F910-498F-B164-20764D699A60}" type="datetime1">
              <a:rPr lang="en-US" smtClean="0"/>
              <a:t>12/12/2022</a:t>
            </a:fld>
            <a:endParaRPr lang="en-US" dirty="0"/>
          </a:p>
        </p:txBody>
      </p:sp>
      <p:sp>
        <p:nvSpPr>
          <p:cNvPr id="7" name="Footer Placeholder 6">
            <a:extLst>
              <a:ext uri="{FF2B5EF4-FFF2-40B4-BE49-F238E27FC236}">
                <a16:creationId xmlns:a16="http://schemas.microsoft.com/office/drawing/2014/main" id="{5E82035B-DC9A-432B-8519-2243ECF2A4F3}"/>
              </a:ext>
            </a:extLst>
          </p:cNvPr>
          <p:cNvSpPr>
            <a:spLocks noGrp="1"/>
          </p:cNvSpPr>
          <p:nvPr>
            <p:ph type="ftr" sz="quarter" idx="39"/>
          </p:nvPr>
        </p:nvSpPr>
        <p:spPr/>
        <p:txBody>
          <a:bodyPr/>
          <a:lstStyle/>
          <a:p>
            <a:endParaRPr lang="en-US" dirty="0"/>
          </a:p>
        </p:txBody>
      </p:sp>
      <p:sp>
        <p:nvSpPr>
          <p:cNvPr id="8" name="Slide Number Placeholder 7">
            <a:extLst>
              <a:ext uri="{FF2B5EF4-FFF2-40B4-BE49-F238E27FC236}">
                <a16:creationId xmlns:a16="http://schemas.microsoft.com/office/drawing/2014/main" id="{A8EC4C1B-640F-47AB-A0DF-816F2F8FB16E}"/>
              </a:ext>
            </a:extLst>
          </p:cNvPr>
          <p:cNvSpPr>
            <a:spLocks noGrp="1"/>
          </p:cNvSpPr>
          <p:nvPr>
            <p:ph type="sldNum" sz="quarter" idx="40"/>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1770468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Order">
    <p:spTree>
      <p:nvGrpSpPr>
        <p:cNvPr id="1" name=""/>
        <p:cNvGrpSpPr/>
        <p:nvPr/>
      </p:nvGrpSpPr>
      <p:grpSpPr>
        <a:xfrm>
          <a:off x="0" y="0"/>
          <a:ext cx="0" cy="0"/>
          <a:chOff x="0" y="0"/>
          <a:chExt cx="0" cy="0"/>
        </a:xfrm>
      </p:grpSpPr>
      <p:sp>
        <p:nvSpPr>
          <p:cNvPr id="34" name="Text Placeholder 14">
            <a:extLst>
              <a:ext uri="{FF2B5EF4-FFF2-40B4-BE49-F238E27FC236}">
                <a16:creationId xmlns:a16="http://schemas.microsoft.com/office/drawing/2014/main" id="{C9748A61-6439-491A-9457-33A20862D25C}"/>
              </a:ext>
            </a:extLst>
          </p:cNvPr>
          <p:cNvSpPr>
            <a:spLocks noGrp="1"/>
          </p:cNvSpPr>
          <p:nvPr>
            <p:ph type="body" sz="quarter" idx="29" hasCustomPrompt="1"/>
          </p:nvPr>
        </p:nvSpPr>
        <p:spPr>
          <a:xfrm>
            <a:off x="1079170" y="1917008"/>
            <a:ext cx="1584308" cy="1584000"/>
          </a:xfrm>
          <a:prstGeom prst="rect">
            <a:avLst/>
          </a:prstGeom>
          <a:solidFill>
            <a:schemeClr val="accent1"/>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hasCustomPrompt="1"/>
          </p:nvPr>
        </p:nvSpPr>
        <p:spPr>
          <a:xfrm>
            <a:off x="695326"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16" name="Text Placeholder 14">
            <a:extLst>
              <a:ext uri="{FF2B5EF4-FFF2-40B4-BE49-F238E27FC236}">
                <a16:creationId xmlns:a16="http://schemas.microsoft.com/office/drawing/2014/main" id="{9BA9F9C4-C84A-43FB-A465-E020A9EB63D8}"/>
              </a:ext>
            </a:extLst>
          </p:cNvPr>
          <p:cNvSpPr>
            <a:spLocks noGrp="1"/>
          </p:cNvSpPr>
          <p:nvPr>
            <p:ph type="body" sz="quarter" idx="20"/>
          </p:nvPr>
        </p:nvSpPr>
        <p:spPr>
          <a:xfrm>
            <a:off x="695326"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
        <p:nvSpPr>
          <p:cNvPr id="20" name="Text Placeholder 5">
            <a:extLst>
              <a:ext uri="{FF2B5EF4-FFF2-40B4-BE49-F238E27FC236}">
                <a16:creationId xmlns:a16="http://schemas.microsoft.com/office/drawing/2014/main" id="{0BBC08AD-280F-4174-A0CE-490AAFB979A2}"/>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36" name="Text Placeholder 14">
            <a:extLst>
              <a:ext uri="{FF2B5EF4-FFF2-40B4-BE49-F238E27FC236}">
                <a16:creationId xmlns:a16="http://schemas.microsoft.com/office/drawing/2014/main" id="{C17937B0-FDCD-421A-9652-36A59CE227A1}"/>
              </a:ext>
            </a:extLst>
          </p:cNvPr>
          <p:cNvSpPr>
            <a:spLocks noGrp="1"/>
          </p:cNvSpPr>
          <p:nvPr>
            <p:ph type="body" sz="quarter" idx="30" hasCustomPrompt="1"/>
          </p:nvPr>
        </p:nvSpPr>
        <p:spPr>
          <a:xfrm>
            <a:off x="3932120" y="1917008"/>
            <a:ext cx="1584308" cy="1584000"/>
          </a:xfrm>
          <a:prstGeom prst="rect">
            <a:avLst/>
          </a:prstGeom>
          <a:solidFill>
            <a:srgbClr val="962A8B"/>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37" name="Text Placeholder 14">
            <a:extLst>
              <a:ext uri="{FF2B5EF4-FFF2-40B4-BE49-F238E27FC236}">
                <a16:creationId xmlns:a16="http://schemas.microsoft.com/office/drawing/2014/main" id="{7AB4A338-5CDA-4742-A7F5-F49D6BE9AD4F}"/>
              </a:ext>
            </a:extLst>
          </p:cNvPr>
          <p:cNvSpPr>
            <a:spLocks noGrp="1"/>
          </p:cNvSpPr>
          <p:nvPr>
            <p:ph type="body" sz="quarter" idx="31" hasCustomPrompt="1"/>
          </p:nvPr>
        </p:nvSpPr>
        <p:spPr>
          <a:xfrm>
            <a:off x="3548276"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38" name="Text Placeholder 14">
            <a:extLst>
              <a:ext uri="{FF2B5EF4-FFF2-40B4-BE49-F238E27FC236}">
                <a16:creationId xmlns:a16="http://schemas.microsoft.com/office/drawing/2014/main" id="{9452123C-C6A2-4D45-AF62-5B6E775B6C90}"/>
              </a:ext>
            </a:extLst>
          </p:cNvPr>
          <p:cNvSpPr>
            <a:spLocks noGrp="1"/>
          </p:cNvSpPr>
          <p:nvPr>
            <p:ph type="body" sz="quarter" idx="32"/>
          </p:nvPr>
        </p:nvSpPr>
        <p:spPr>
          <a:xfrm>
            <a:off x="3548276"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
        <p:nvSpPr>
          <p:cNvPr id="39" name="Text Placeholder 14">
            <a:extLst>
              <a:ext uri="{FF2B5EF4-FFF2-40B4-BE49-F238E27FC236}">
                <a16:creationId xmlns:a16="http://schemas.microsoft.com/office/drawing/2014/main" id="{3DCBEBCB-7877-4BC1-BA6D-4E809F947A5F}"/>
              </a:ext>
            </a:extLst>
          </p:cNvPr>
          <p:cNvSpPr>
            <a:spLocks noGrp="1"/>
          </p:cNvSpPr>
          <p:nvPr>
            <p:ph type="body" sz="quarter" idx="33" hasCustomPrompt="1"/>
          </p:nvPr>
        </p:nvSpPr>
        <p:spPr>
          <a:xfrm>
            <a:off x="6686160" y="1917008"/>
            <a:ext cx="1584308" cy="1584000"/>
          </a:xfrm>
          <a:prstGeom prst="rect">
            <a:avLst/>
          </a:prstGeom>
          <a:solidFill>
            <a:srgbClr val="999490"/>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40" name="Text Placeholder 14">
            <a:extLst>
              <a:ext uri="{FF2B5EF4-FFF2-40B4-BE49-F238E27FC236}">
                <a16:creationId xmlns:a16="http://schemas.microsoft.com/office/drawing/2014/main" id="{2FE7559D-9529-40D4-8025-F2B8ED38A995}"/>
              </a:ext>
            </a:extLst>
          </p:cNvPr>
          <p:cNvSpPr>
            <a:spLocks noGrp="1"/>
          </p:cNvSpPr>
          <p:nvPr>
            <p:ph type="body" sz="quarter" idx="34" hasCustomPrompt="1"/>
          </p:nvPr>
        </p:nvSpPr>
        <p:spPr>
          <a:xfrm>
            <a:off x="6302316"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41" name="Text Placeholder 14">
            <a:extLst>
              <a:ext uri="{FF2B5EF4-FFF2-40B4-BE49-F238E27FC236}">
                <a16:creationId xmlns:a16="http://schemas.microsoft.com/office/drawing/2014/main" id="{2382D6B5-B43B-46F1-B879-42FA4CCBD202}"/>
              </a:ext>
            </a:extLst>
          </p:cNvPr>
          <p:cNvSpPr>
            <a:spLocks noGrp="1"/>
          </p:cNvSpPr>
          <p:nvPr>
            <p:ph type="body" sz="quarter" idx="35"/>
          </p:nvPr>
        </p:nvSpPr>
        <p:spPr>
          <a:xfrm>
            <a:off x="6302316"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
        <p:nvSpPr>
          <p:cNvPr id="42" name="Text Placeholder 14">
            <a:extLst>
              <a:ext uri="{FF2B5EF4-FFF2-40B4-BE49-F238E27FC236}">
                <a16:creationId xmlns:a16="http://schemas.microsoft.com/office/drawing/2014/main" id="{791F1A27-3497-4ECD-AAAC-804B3DF8F9FB}"/>
              </a:ext>
            </a:extLst>
          </p:cNvPr>
          <p:cNvSpPr>
            <a:spLocks noGrp="1"/>
          </p:cNvSpPr>
          <p:nvPr>
            <p:ph type="body" sz="quarter" idx="36" hasCustomPrompt="1"/>
          </p:nvPr>
        </p:nvSpPr>
        <p:spPr>
          <a:xfrm>
            <a:off x="9514768" y="1917008"/>
            <a:ext cx="1584308" cy="1584000"/>
          </a:xfrm>
          <a:prstGeom prst="rect">
            <a:avLst/>
          </a:prstGeom>
          <a:solidFill>
            <a:srgbClr val="D7D1CC"/>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43" name="Text Placeholder 14">
            <a:extLst>
              <a:ext uri="{FF2B5EF4-FFF2-40B4-BE49-F238E27FC236}">
                <a16:creationId xmlns:a16="http://schemas.microsoft.com/office/drawing/2014/main" id="{E0498A31-1633-4E6B-8EAE-AF4FDE6233F0}"/>
              </a:ext>
            </a:extLst>
          </p:cNvPr>
          <p:cNvSpPr>
            <a:spLocks noGrp="1"/>
          </p:cNvSpPr>
          <p:nvPr>
            <p:ph type="body" sz="quarter" idx="37" hasCustomPrompt="1"/>
          </p:nvPr>
        </p:nvSpPr>
        <p:spPr>
          <a:xfrm>
            <a:off x="9130924"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44" name="Text Placeholder 14">
            <a:extLst>
              <a:ext uri="{FF2B5EF4-FFF2-40B4-BE49-F238E27FC236}">
                <a16:creationId xmlns:a16="http://schemas.microsoft.com/office/drawing/2014/main" id="{9A54FCE6-6684-449A-86E0-142437219426}"/>
              </a:ext>
            </a:extLst>
          </p:cNvPr>
          <p:cNvSpPr>
            <a:spLocks noGrp="1"/>
          </p:cNvSpPr>
          <p:nvPr>
            <p:ph type="body" sz="quarter" idx="38"/>
          </p:nvPr>
        </p:nvSpPr>
        <p:spPr>
          <a:xfrm>
            <a:off x="9130924"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Click to edit Master text styles</a:t>
            </a:r>
          </a:p>
          <a:p>
            <a:pPr lvl="1"/>
            <a:r>
              <a:rPr lang="en-US"/>
              <a:t>Second level</a:t>
            </a:r>
          </a:p>
        </p:txBody>
      </p:sp>
      <p:sp>
        <p:nvSpPr>
          <p:cNvPr id="45" name="Rectangle 44">
            <a:extLst>
              <a:ext uri="{FF2B5EF4-FFF2-40B4-BE49-F238E27FC236}">
                <a16:creationId xmlns:a16="http://schemas.microsoft.com/office/drawing/2014/main" id="{895140AB-DCE2-4DB2-81B5-60470D8E34C0}"/>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21" name="Picture 20">
            <a:extLst>
              <a:ext uri="{FF2B5EF4-FFF2-40B4-BE49-F238E27FC236}">
                <a16:creationId xmlns:a16="http://schemas.microsoft.com/office/drawing/2014/main" id="{83BF142C-8B85-4BCA-8B54-67CC7F92FF43}"/>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FC67645D-435A-4DA4-9CBA-77E7F4B501FE}"/>
              </a:ext>
            </a:extLst>
          </p:cNvPr>
          <p:cNvSpPr>
            <a:spLocks noGrp="1"/>
          </p:cNvSpPr>
          <p:nvPr>
            <p:ph type="title"/>
          </p:nvPr>
        </p:nvSpPr>
        <p:spPr/>
        <p:txBody>
          <a:bodyPr/>
          <a:lstStyle/>
          <a:p>
            <a:r>
              <a:rPr lang="en-US"/>
              <a:t>Click to edit Master title style</a:t>
            </a:r>
            <a:endParaRPr lang="en-AU" dirty="0"/>
          </a:p>
        </p:txBody>
      </p:sp>
      <p:sp>
        <p:nvSpPr>
          <p:cNvPr id="2" name="Date Placeholder 1">
            <a:extLst>
              <a:ext uri="{FF2B5EF4-FFF2-40B4-BE49-F238E27FC236}">
                <a16:creationId xmlns:a16="http://schemas.microsoft.com/office/drawing/2014/main" id="{85E88FC7-59B6-4EA9-ABA6-E3BB2E23FF81}"/>
              </a:ext>
            </a:extLst>
          </p:cNvPr>
          <p:cNvSpPr>
            <a:spLocks noGrp="1"/>
          </p:cNvSpPr>
          <p:nvPr>
            <p:ph type="dt" sz="half" idx="39"/>
          </p:nvPr>
        </p:nvSpPr>
        <p:spPr bwMode="white"/>
        <p:txBody>
          <a:bodyPr/>
          <a:lstStyle/>
          <a:p>
            <a:fld id="{C9C942D7-AFFF-4CBD-B101-28519BA17CD5}" type="datetime1">
              <a:rPr lang="en-US" smtClean="0"/>
              <a:t>12/12/2022</a:t>
            </a:fld>
            <a:endParaRPr lang="en-US" dirty="0"/>
          </a:p>
        </p:txBody>
      </p:sp>
      <p:sp>
        <p:nvSpPr>
          <p:cNvPr id="7" name="Footer Placeholder 6">
            <a:extLst>
              <a:ext uri="{FF2B5EF4-FFF2-40B4-BE49-F238E27FC236}">
                <a16:creationId xmlns:a16="http://schemas.microsoft.com/office/drawing/2014/main" id="{D9CEE3C6-C898-476B-873B-DAEEB357A992}"/>
              </a:ext>
            </a:extLst>
          </p:cNvPr>
          <p:cNvSpPr>
            <a:spLocks noGrp="1"/>
          </p:cNvSpPr>
          <p:nvPr>
            <p:ph type="ftr" sz="quarter" idx="40"/>
          </p:nvPr>
        </p:nvSpPr>
        <p:spPr/>
        <p:txBody>
          <a:bodyPr/>
          <a:lstStyle/>
          <a:p>
            <a:endParaRPr lang="en-US" dirty="0"/>
          </a:p>
        </p:txBody>
      </p:sp>
      <p:sp>
        <p:nvSpPr>
          <p:cNvPr id="8" name="Slide Number Placeholder 7">
            <a:extLst>
              <a:ext uri="{FF2B5EF4-FFF2-40B4-BE49-F238E27FC236}">
                <a16:creationId xmlns:a16="http://schemas.microsoft.com/office/drawing/2014/main" id="{4CEACAED-B859-46A5-951B-270C91500FC6}"/>
              </a:ext>
            </a:extLst>
          </p:cNvPr>
          <p:cNvSpPr>
            <a:spLocks noGrp="1"/>
          </p:cNvSpPr>
          <p:nvPr>
            <p:ph type="sldNum" sz="quarter" idx="41"/>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2436040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ext with Dark Purple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2" y="1700213"/>
            <a:ext cx="5400673" cy="4608515"/>
          </a:xfrm>
          <a:prstGeom prst="rect">
            <a:avLst/>
          </a:prstGeom>
          <a:solidFill>
            <a:schemeClr val="accent1"/>
          </a:solidFill>
        </p:spPr>
        <p:txBody>
          <a:bodyPr anchor="ctr">
            <a:normAutofit/>
          </a:bodyPr>
          <a:lstStyle>
            <a:lvl1pPr algn="ctr">
              <a:defRPr sz="1800">
                <a:solidFill>
                  <a:schemeClr val="bg1"/>
                </a:solidFill>
              </a:defRPr>
            </a:lvl1pPr>
          </a:lstStyle>
          <a:p>
            <a:pPr lvl="0"/>
            <a:r>
              <a:rPr lang="en-US"/>
              <a:t>Click to edit Master text styles</a:t>
            </a:r>
          </a:p>
        </p:txBody>
      </p:sp>
      <p:sp>
        <p:nvSpPr>
          <p:cNvPr id="10" name="Text Placeholder 5">
            <a:extLst>
              <a:ext uri="{FF2B5EF4-FFF2-40B4-BE49-F238E27FC236}">
                <a16:creationId xmlns:a16="http://schemas.microsoft.com/office/drawing/2014/main" id="{17F97712-4CC3-452D-A157-BEE84E80571D}"/>
              </a:ext>
            </a:extLst>
          </p:cNvPr>
          <p:cNvSpPr>
            <a:spLocks noGrp="1"/>
          </p:cNvSpPr>
          <p:nvPr>
            <p:ph type="body" sz="quarter" idx="15"/>
          </p:nvPr>
        </p:nvSpPr>
        <p:spPr>
          <a:xfrm>
            <a:off x="695326" y="1700213"/>
            <a:ext cx="5197808"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spcAft>
                <a:spcPts val="600"/>
              </a:spcAft>
              <a:defRPr lang="en-US" dirty="0"/>
            </a:lvl5pPr>
            <a:lvl6pPr>
              <a:defRPr lang="en-AU" dirty="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1" name="Text Placeholder 5">
            <a:extLst>
              <a:ext uri="{FF2B5EF4-FFF2-40B4-BE49-F238E27FC236}">
                <a16:creationId xmlns:a16="http://schemas.microsoft.com/office/drawing/2014/main" id="{F5F6752E-685A-46CF-8D29-A5D4E0013D21}"/>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Rectangle 8">
            <a:extLst>
              <a:ext uri="{FF2B5EF4-FFF2-40B4-BE49-F238E27FC236}">
                <a16:creationId xmlns:a16="http://schemas.microsoft.com/office/drawing/2014/main" id="{6DD1DFD8-8A09-48BC-87A4-4F57F6D6FE1B}"/>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976C9786-9794-4BE5-BBFE-4B339825F287}"/>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2" name="Title 1">
            <a:extLst>
              <a:ext uri="{FF2B5EF4-FFF2-40B4-BE49-F238E27FC236}">
                <a16:creationId xmlns:a16="http://schemas.microsoft.com/office/drawing/2014/main" id="{A9EE0658-31AB-4AA9-B241-6C41D88C9769}"/>
              </a:ext>
            </a:extLst>
          </p:cNvPr>
          <p:cNvSpPr>
            <a:spLocks noGrp="1"/>
          </p:cNvSpPr>
          <p:nvPr>
            <p:ph type="title" hasCustomPrompt="1"/>
          </p:nvPr>
        </p:nvSpPr>
        <p:spPr/>
        <p:txBody>
          <a:bodyPr/>
          <a:lstStyle/>
          <a:p>
            <a:r>
              <a:rPr lang="en-US" dirty="0"/>
              <a:t>to edit Master title style</a:t>
            </a:r>
            <a:endParaRPr lang="en-AU" dirty="0"/>
          </a:p>
        </p:txBody>
      </p:sp>
      <p:sp>
        <p:nvSpPr>
          <p:cNvPr id="6" name="Date Placeholder 5">
            <a:extLst>
              <a:ext uri="{FF2B5EF4-FFF2-40B4-BE49-F238E27FC236}">
                <a16:creationId xmlns:a16="http://schemas.microsoft.com/office/drawing/2014/main" id="{69AFECAB-12EA-4AAC-BBB9-72070BF5947B}"/>
              </a:ext>
            </a:extLst>
          </p:cNvPr>
          <p:cNvSpPr>
            <a:spLocks noGrp="1"/>
          </p:cNvSpPr>
          <p:nvPr>
            <p:ph type="dt" sz="half" idx="18"/>
          </p:nvPr>
        </p:nvSpPr>
        <p:spPr bwMode="white"/>
        <p:txBody>
          <a:bodyPr/>
          <a:lstStyle/>
          <a:p>
            <a:fld id="{6C280DE0-3AE6-4AD0-97BB-2B738A55259F}" type="datetime1">
              <a:rPr lang="en-US" smtClean="0"/>
              <a:t>12/12/2022</a:t>
            </a:fld>
            <a:endParaRPr lang="en-US" dirty="0"/>
          </a:p>
        </p:txBody>
      </p:sp>
      <p:sp>
        <p:nvSpPr>
          <p:cNvPr id="8" name="Footer Placeholder 7">
            <a:extLst>
              <a:ext uri="{FF2B5EF4-FFF2-40B4-BE49-F238E27FC236}">
                <a16:creationId xmlns:a16="http://schemas.microsoft.com/office/drawing/2014/main" id="{BDEE6526-1DB9-4ECD-86C1-1BB926D7D9FA}"/>
              </a:ext>
            </a:extLst>
          </p:cNvPr>
          <p:cNvSpPr>
            <a:spLocks noGrp="1"/>
          </p:cNvSpPr>
          <p:nvPr>
            <p:ph type="ftr" sz="quarter" idx="19"/>
          </p:nvPr>
        </p:nvSpPr>
        <p:spPr/>
        <p:txBody>
          <a:bodyPr/>
          <a:lstStyle/>
          <a:p>
            <a:endParaRPr lang="en-US" dirty="0"/>
          </a:p>
        </p:txBody>
      </p:sp>
      <p:sp>
        <p:nvSpPr>
          <p:cNvPr id="12" name="Slide Number Placeholder 11">
            <a:extLst>
              <a:ext uri="{FF2B5EF4-FFF2-40B4-BE49-F238E27FC236}">
                <a16:creationId xmlns:a16="http://schemas.microsoft.com/office/drawing/2014/main" id="{B640CA88-D0CE-4C3C-BA4A-CB5E62584F1F}"/>
              </a:ext>
            </a:extLst>
          </p:cNvPr>
          <p:cNvSpPr>
            <a:spLocks noGrp="1"/>
          </p:cNvSpPr>
          <p:nvPr>
            <p:ph type="sldNum" sz="quarter" idx="20"/>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503670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ext with Purple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2" y="1700212"/>
            <a:ext cx="5400673" cy="4608513"/>
          </a:xfrm>
          <a:prstGeom prst="rect">
            <a:avLst/>
          </a:prstGeom>
          <a:solidFill>
            <a:srgbClr val="962A8B"/>
          </a:solidFill>
        </p:spPr>
        <p:txBody>
          <a:bodyPr anchor="ctr">
            <a:normAutofit/>
          </a:bodyPr>
          <a:lstStyle>
            <a:lvl1pPr algn="ctr">
              <a:defRPr sz="1800">
                <a:solidFill>
                  <a:schemeClr val="bg1"/>
                </a:solidFill>
              </a:defRPr>
            </a:lvl1pPr>
          </a:lstStyle>
          <a:p>
            <a:pPr lvl="0"/>
            <a:r>
              <a:rPr lang="en-US"/>
              <a:t>Click to edit Master text styles</a:t>
            </a:r>
          </a:p>
        </p:txBody>
      </p:sp>
      <p:sp>
        <p:nvSpPr>
          <p:cNvPr id="8" name="Text Placeholder 5">
            <a:extLst>
              <a:ext uri="{FF2B5EF4-FFF2-40B4-BE49-F238E27FC236}">
                <a16:creationId xmlns:a16="http://schemas.microsoft.com/office/drawing/2014/main" id="{1500BB1C-3C6B-46AF-8AA4-A4BA72712C80}"/>
              </a:ext>
            </a:extLst>
          </p:cNvPr>
          <p:cNvSpPr>
            <a:spLocks noGrp="1"/>
          </p:cNvSpPr>
          <p:nvPr>
            <p:ph type="body" sz="quarter" idx="15"/>
          </p:nvPr>
        </p:nvSpPr>
        <p:spPr>
          <a:xfrm>
            <a:off x="694800" y="1700212"/>
            <a:ext cx="5209113" cy="4608516"/>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defRPr lang="en-AU" dirty="0"/>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Title 5">
            <a:extLst>
              <a:ext uri="{FF2B5EF4-FFF2-40B4-BE49-F238E27FC236}">
                <a16:creationId xmlns:a16="http://schemas.microsoft.com/office/drawing/2014/main" id="{8574EA24-97F9-47A1-937E-B8E4F532769A}"/>
              </a:ext>
            </a:extLst>
          </p:cNvPr>
          <p:cNvSpPr>
            <a:spLocks noGrp="1"/>
          </p:cNvSpPr>
          <p:nvPr>
            <p:ph type="title"/>
          </p:nvPr>
        </p:nvSpPr>
        <p:spPr/>
        <p:txBody>
          <a:bodyPr/>
          <a:lstStyle/>
          <a:p>
            <a:r>
              <a:rPr lang="en-US"/>
              <a:t>Click to edit Master title style</a:t>
            </a:r>
            <a:endParaRPr lang="en-AU" dirty="0"/>
          </a:p>
        </p:txBody>
      </p:sp>
      <p:sp>
        <p:nvSpPr>
          <p:cNvPr id="13" name="Text Placeholder 5">
            <a:extLst>
              <a:ext uri="{FF2B5EF4-FFF2-40B4-BE49-F238E27FC236}">
                <a16:creationId xmlns:a16="http://schemas.microsoft.com/office/drawing/2014/main" id="{B11690AC-7C51-47ED-9DD6-4A98D2E79BBF}"/>
              </a:ext>
            </a:extLst>
          </p:cNvPr>
          <p:cNvSpPr>
            <a:spLocks noGrp="1"/>
          </p:cNvSpPr>
          <p:nvPr>
            <p:ph type="body" sz="quarter" idx="19"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2" name="Rectangle 11">
            <a:extLst>
              <a:ext uri="{FF2B5EF4-FFF2-40B4-BE49-F238E27FC236}">
                <a16:creationId xmlns:a16="http://schemas.microsoft.com/office/drawing/2014/main" id="{F2CACF9F-55D3-4152-BDFF-84674C07B2BE}"/>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5" name="Picture 14">
            <a:extLst>
              <a:ext uri="{FF2B5EF4-FFF2-40B4-BE49-F238E27FC236}">
                <a16:creationId xmlns:a16="http://schemas.microsoft.com/office/drawing/2014/main" id="{3574170D-AC78-463A-B8E0-8E87954EAB8D}"/>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2" name="Date Placeholder 1">
            <a:extLst>
              <a:ext uri="{FF2B5EF4-FFF2-40B4-BE49-F238E27FC236}">
                <a16:creationId xmlns:a16="http://schemas.microsoft.com/office/drawing/2014/main" id="{BEEBA455-94D3-4DB8-AAFA-811D610E138C}"/>
              </a:ext>
            </a:extLst>
          </p:cNvPr>
          <p:cNvSpPr>
            <a:spLocks noGrp="1"/>
          </p:cNvSpPr>
          <p:nvPr>
            <p:ph type="dt" sz="half" idx="20"/>
          </p:nvPr>
        </p:nvSpPr>
        <p:spPr bwMode="white"/>
        <p:txBody>
          <a:bodyPr/>
          <a:lstStyle/>
          <a:p>
            <a:fld id="{5F1F8B80-1BE0-4829-B009-30E056B3F6E0}" type="datetime1">
              <a:rPr lang="en-US" smtClean="0"/>
              <a:t>12/12/2022</a:t>
            </a:fld>
            <a:endParaRPr lang="en-US" dirty="0"/>
          </a:p>
        </p:txBody>
      </p:sp>
      <p:sp>
        <p:nvSpPr>
          <p:cNvPr id="3" name="Footer Placeholder 2">
            <a:extLst>
              <a:ext uri="{FF2B5EF4-FFF2-40B4-BE49-F238E27FC236}">
                <a16:creationId xmlns:a16="http://schemas.microsoft.com/office/drawing/2014/main" id="{F7DAA7FD-BD90-42A7-ADCE-A909D39619CD}"/>
              </a:ext>
            </a:extLst>
          </p:cNvPr>
          <p:cNvSpPr>
            <a:spLocks noGrp="1"/>
          </p:cNvSpPr>
          <p:nvPr>
            <p:ph type="ftr" sz="quarter" idx="21"/>
          </p:nvPr>
        </p:nvSpPr>
        <p:spPr/>
        <p:txBody>
          <a:bodyPr/>
          <a:lstStyle/>
          <a:p>
            <a:endParaRPr lang="en-US" dirty="0"/>
          </a:p>
        </p:txBody>
      </p:sp>
      <p:sp>
        <p:nvSpPr>
          <p:cNvPr id="4" name="Slide Number Placeholder 3">
            <a:extLst>
              <a:ext uri="{FF2B5EF4-FFF2-40B4-BE49-F238E27FC236}">
                <a16:creationId xmlns:a16="http://schemas.microsoft.com/office/drawing/2014/main" id="{9E1DB814-0723-41E1-87CA-20F94C28B05E}"/>
              </a:ext>
            </a:extLst>
          </p:cNvPr>
          <p:cNvSpPr>
            <a:spLocks noGrp="1"/>
          </p:cNvSpPr>
          <p:nvPr>
            <p:ph type="sldNum" sz="quarter" idx="22"/>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370968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ext with Neutral 1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3" y="1700213"/>
            <a:ext cx="5400672" cy="4608515"/>
          </a:xfrm>
          <a:prstGeom prst="rect">
            <a:avLst/>
          </a:prstGeom>
          <a:solidFill>
            <a:srgbClr val="D7D1CC"/>
          </a:solidFill>
        </p:spPr>
        <p:txBody>
          <a:bodyPr anchor="ctr">
            <a:normAutofit/>
          </a:bodyPr>
          <a:lstStyle>
            <a:lvl1pPr algn="ctr">
              <a:defRPr sz="1800">
                <a:solidFill>
                  <a:schemeClr val="tx1"/>
                </a:solidFill>
              </a:defRPr>
            </a:lvl1pPr>
          </a:lstStyle>
          <a:p>
            <a:pPr lvl="0"/>
            <a:r>
              <a:rPr lang="en-US"/>
              <a:t>Click to edit Master text styles</a:t>
            </a:r>
          </a:p>
        </p:txBody>
      </p:sp>
      <p:sp>
        <p:nvSpPr>
          <p:cNvPr id="10" name="Text Placeholder 5">
            <a:extLst>
              <a:ext uri="{FF2B5EF4-FFF2-40B4-BE49-F238E27FC236}">
                <a16:creationId xmlns:a16="http://schemas.microsoft.com/office/drawing/2014/main" id="{643BCE34-49B7-4BA0-8263-6432C37E47F9}"/>
              </a:ext>
            </a:extLst>
          </p:cNvPr>
          <p:cNvSpPr>
            <a:spLocks noGrp="1"/>
          </p:cNvSpPr>
          <p:nvPr>
            <p:ph type="body" sz="quarter" idx="15"/>
          </p:nvPr>
        </p:nvSpPr>
        <p:spPr>
          <a:xfrm>
            <a:off x="694800" y="1700213"/>
            <a:ext cx="5209113"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defRPr lang="en-AU" dirty="0"/>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5" name="Title 4">
            <a:extLst>
              <a:ext uri="{FF2B5EF4-FFF2-40B4-BE49-F238E27FC236}">
                <a16:creationId xmlns:a16="http://schemas.microsoft.com/office/drawing/2014/main" id="{5045A20B-3961-4824-8B5F-429563405594}"/>
              </a:ext>
            </a:extLst>
          </p:cNvPr>
          <p:cNvSpPr>
            <a:spLocks noGrp="1"/>
          </p:cNvSpPr>
          <p:nvPr>
            <p:ph type="title"/>
          </p:nvPr>
        </p:nvSpPr>
        <p:spPr/>
        <p:txBody>
          <a:bodyPr/>
          <a:lstStyle/>
          <a:p>
            <a:r>
              <a:rPr lang="en-US"/>
              <a:t>Click to edit Master title style</a:t>
            </a:r>
            <a:endParaRPr lang="en-AU" dirty="0"/>
          </a:p>
        </p:txBody>
      </p:sp>
      <p:sp>
        <p:nvSpPr>
          <p:cNvPr id="9" name="Text Placeholder 5">
            <a:extLst>
              <a:ext uri="{FF2B5EF4-FFF2-40B4-BE49-F238E27FC236}">
                <a16:creationId xmlns:a16="http://schemas.microsoft.com/office/drawing/2014/main" id="{DB36345A-6B2C-4967-909A-6BAA4D16DEDF}"/>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1" name="Rectangle 10">
            <a:extLst>
              <a:ext uri="{FF2B5EF4-FFF2-40B4-BE49-F238E27FC236}">
                <a16:creationId xmlns:a16="http://schemas.microsoft.com/office/drawing/2014/main" id="{2DA7A291-5EAC-486D-928E-F46ED8B55AD0}"/>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CD6EAF7D-7C9B-4789-AC1C-A7AF349D1D21}"/>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6" name="Date Placeholder 5">
            <a:extLst>
              <a:ext uri="{FF2B5EF4-FFF2-40B4-BE49-F238E27FC236}">
                <a16:creationId xmlns:a16="http://schemas.microsoft.com/office/drawing/2014/main" id="{B7E5C78F-E1DA-41DF-B969-597539E60F5D}"/>
              </a:ext>
            </a:extLst>
          </p:cNvPr>
          <p:cNvSpPr>
            <a:spLocks noGrp="1"/>
          </p:cNvSpPr>
          <p:nvPr>
            <p:ph type="dt" sz="half" idx="18"/>
          </p:nvPr>
        </p:nvSpPr>
        <p:spPr bwMode="white"/>
        <p:txBody>
          <a:bodyPr/>
          <a:lstStyle/>
          <a:p>
            <a:fld id="{45BBDBF0-5B02-4EDF-949F-4FB526AB2AB3}" type="datetime1">
              <a:rPr lang="en-US" smtClean="0"/>
              <a:t>12/12/2022</a:t>
            </a:fld>
            <a:endParaRPr lang="en-US" dirty="0"/>
          </a:p>
        </p:txBody>
      </p:sp>
      <p:sp>
        <p:nvSpPr>
          <p:cNvPr id="8" name="Footer Placeholder 7">
            <a:extLst>
              <a:ext uri="{FF2B5EF4-FFF2-40B4-BE49-F238E27FC236}">
                <a16:creationId xmlns:a16="http://schemas.microsoft.com/office/drawing/2014/main" id="{F8E8DCA5-91C8-4DF9-B37E-735B2EA5D36B}"/>
              </a:ext>
            </a:extLst>
          </p:cNvPr>
          <p:cNvSpPr>
            <a:spLocks noGrp="1"/>
          </p:cNvSpPr>
          <p:nvPr>
            <p:ph type="ftr" sz="quarter" idx="19"/>
          </p:nvPr>
        </p:nvSpPr>
        <p:spPr/>
        <p:txBody>
          <a:bodyPr/>
          <a:lstStyle/>
          <a:p>
            <a:endParaRPr lang="en-US" dirty="0"/>
          </a:p>
        </p:txBody>
      </p:sp>
      <p:sp>
        <p:nvSpPr>
          <p:cNvPr id="12" name="Slide Number Placeholder 11">
            <a:extLst>
              <a:ext uri="{FF2B5EF4-FFF2-40B4-BE49-F238E27FC236}">
                <a16:creationId xmlns:a16="http://schemas.microsoft.com/office/drawing/2014/main" id="{BFFC83A9-C0D2-49A3-AC00-E1A4A64271B0}"/>
              </a:ext>
            </a:extLst>
          </p:cNvPr>
          <p:cNvSpPr>
            <a:spLocks noGrp="1"/>
          </p:cNvSpPr>
          <p:nvPr>
            <p:ph type="sldNum" sz="quarter" idx="20"/>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4111267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ext with Neutral 2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2" y="1700213"/>
            <a:ext cx="5400673" cy="4608512"/>
          </a:xfrm>
          <a:prstGeom prst="rect">
            <a:avLst/>
          </a:prstGeom>
          <a:solidFill>
            <a:srgbClr val="999490"/>
          </a:solidFill>
        </p:spPr>
        <p:txBody>
          <a:bodyPr anchor="ctr">
            <a:normAutofit/>
          </a:bodyPr>
          <a:lstStyle>
            <a:lvl1pPr algn="ctr">
              <a:defRPr sz="1800">
                <a:solidFill>
                  <a:schemeClr val="bg1"/>
                </a:solidFill>
              </a:defRPr>
            </a:lvl1pPr>
          </a:lstStyle>
          <a:p>
            <a:pPr lvl="0"/>
            <a:r>
              <a:rPr lang="en-US"/>
              <a:t>Click to edit Master text styles</a:t>
            </a:r>
          </a:p>
        </p:txBody>
      </p:sp>
      <p:sp>
        <p:nvSpPr>
          <p:cNvPr id="9" name="Text Placeholder 5">
            <a:extLst>
              <a:ext uri="{FF2B5EF4-FFF2-40B4-BE49-F238E27FC236}">
                <a16:creationId xmlns:a16="http://schemas.microsoft.com/office/drawing/2014/main" id="{00D8A284-12F0-43E7-820E-1E72AC40E17F}"/>
              </a:ext>
            </a:extLst>
          </p:cNvPr>
          <p:cNvSpPr>
            <a:spLocks noGrp="1"/>
          </p:cNvSpPr>
          <p:nvPr>
            <p:ph type="body" sz="quarter" idx="15"/>
          </p:nvPr>
        </p:nvSpPr>
        <p:spPr>
          <a:xfrm>
            <a:off x="694800" y="1700212"/>
            <a:ext cx="5209113"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defRPr lang="en-AU" dirty="0"/>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Title 5">
            <a:extLst>
              <a:ext uri="{FF2B5EF4-FFF2-40B4-BE49-F238E27FC236}">
                <a16:creationId xmlns:a16="http://schemas.microsoft.com/office/drawing/2014/main" id="{F3255835-9B81-4FE6-A19A-BDEACE6D532E}"/>
              </a:ext>
            </a:extLst>
          </p:cNvPr>
          <p:cNvSpPr>
            <a:spLocks noGrp="1"/>
          </p:cNvSpPr>
          <p:nvPr>
            <p:ph type="title"/>
          </p:nvPr>
        </p:nvSpPr>
        <p:spPr/>
        <p:txBody>
          <a:bodyPr/>
          <a:lstStyle/>
          <a:p>
            <a:r>
              <a:rPr lang="en-US"/>
              <a:t>Click to edit Master title style</a:t>
            </a:r>
            <a:endParaRPr lang="en-AU" dirty="0"/>
          </a:p>
        </p:txBody>
      </p:sp>
      <p:sp>
        <p:nvSpPr>
          <p:cNvPr id="11" name="Text Placeholder 5">
            <a:extLst>
              <a:ext uri="{FF2B5EF4-FFF2-40B4-BE49-F238E27FC236}">
                <a16:creationId xmlns:a16="http://schemas.microsoft.com/office/drawing/2014/main" id="{FE5F36F7-9D4E-4EA5-882E-DEDD94B59C30}"/>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13000394-8C62-4535-AFCB-49065079CFAF}"/>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A9739123-EB1E-4E5F-B70D-F7DEE2CEE7E1}"/>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2" name="Date Placeholder 1">
            <a:extLst>
              <a:ext uri="{FF2B5EF4-FFF2-40B4-BE49-F238E27FC236}">
                <a16:creationId xmlns:a16="http://schemas.microsoft.com/office/drawing/2014/main" id="{9C8F0C86-E17F-4FB6-93F4-7CD03DCBD834}"/>
              </a:ext>
            </a:extLst>
          </p:cNvPr>
          <p:cNvSpPr>
            <a:spLocks noGrp="1"/>
          </p:cNvSpPr>
          <p:nvPr>
            <p:ph type="dt" sz="half" idx="18"/>
          </p:nvPr>
        </p:nvSpPr>
        <p:spPr bwMode="white"/>
        <p:txBody>
          <a:bodyPr/>
          <a:lstStyle/>
          <a:p>
            <a:fld id="{22133086-91F7-4022-818B-36B77857E99E}" type="datetime1">
              <a:rPr lang="en-US" smtClean="0"/>
              <a:t>12/12/2022</a:t>
            </a:fld>
            <a:endParaRPr lang="en-US" dirty="0"/>
          </a:p>
        </p:txBody>
      </p:sp>
      <p:sp>
        <p:nvSpPr>
          <p:cNvPr id="8" name="Footer Placeholder 7">
            <a:extLst>
              <a:ext uri="{FF2B5EF4-FFF2-40B4-BE49-F238E27FC236}">
                <a16:creationId xmlns:a16="http://schemas.microsoft.com/office/drawing/2014/main" id="{16DA6B27-3249-4E2E-BD52-822F0E96F786}"/>
              </a:ext>
            </a:extLst>
          </p:cNvPr>
          <p:cNvSpPr>
            <a:spLocks noGrp="1"/>
          </p:cNvSpPr>
          <p:nvPr>
            <p:ph type="ftr" sz="quarter" idx="19"/>
          </p:nvPr>
        </p:nvSpPr>
        <p:spPr/>
        <p:txBody>
          <a:bodyPr/>
          <a:lstStyle/>
          <a:p>
            <a:endParaRPr lang="en-US" dirty="0"/>
          </a:p>
        </p:txBody>
      </p:sp>
      <p:sp>
        <p:nvSpPr>
          <p:cNvPr id="12" name="Slide Number Placeholder 11">
            <a:extLst>
              <a:ext uri="{FF2B5EF4-FFF2-40B4-BE49-F238E27FC236}">
                <a16:creationId xmlns:a16="http://schemas.microsoft.com/office/drawing/2014/main" id="{D28ACE60-DF21-472F-8FF6-A086BB2C1141}"/>
              </a:ext>
            </a:extLst>
          </p:cNvPr>
          <p:cNvSpPr>
            <a:spLocks noGrp="1"/>
          </p:cNvSpPr>
          <p:nvPr>
            <p:ph type="sldNum" sz="quarter" idx="20"/>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3280466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hree Pullouts">
    <p:spTree>
      <p:nvGrpSpPr>
        <p:cNvPr id="1" name=""/>
        <p:cNvGrpSpPr/>
        <p:nvPr/>
      </p:nvGrpSpPr>
      <p:grpSpPr>
        <a:xfrm>
          <a:off x="0" y="0"/>
          <a:ext cx="0" cy="0"/>
          <a:chOff x="0" y="0"/>
          <a:chExt cx="0" cy="0"/>
        </a:xfrm>
      </p:grpSpPr>
      <p:sp>
        <p:nvSpPr>
          <p:cNvPr id="13" name="Text Placeholder 6">
            <a:extLst>
              <a:ext uri="{FF2B5EF4-FFF2-40B4-BE49-F238E27FC236}">
                <a16:creationId xmlns:a16="http://schemas.microsoft.com/office/drawing/2014/main" id="{EA75515C-08B2-490C-B8D9-273E0B4B793E}"/>
              </a:ext>
            </a:extLst>
          </p:cNvPr>
          <p:cNvSpPr>
            <a:spLocks noGrp="1"/>
          </p:cNvSpPr>
          <p:nvPr>
            <p:ph type="body" sz="quarter" idx="21" hasCustomPrompt="1"/>
          </p:nvPr>
        </p:nvSpPr>
        <p:spPr>
          <a:xfrm>
            <a:off x="8112127" y="1700213"/>
            <a:ext cx="3384548" cy="4615710"/>
          </a:xfrm>
          <a:prstGeom prst="rect">
            <a:avLst/>
          </a:prstGeom>
          <a:solidFill>
            <a:schemeClr val="accent1"/>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6" name="Title 5">
            <a:extLst>
              <a:ext uri="{FF2B5EF4-FFF2-40B4-BE49-F238E27FC236}">
                <a16:creationId xmlns:a16="http://schemas.microsoft.com/office/drawing/2014/main" id="{7DA12390-A044-4D48-96A4-00A2D51D906B}"/>
              </a:ext>
            </a:extLst>
          </p:cNvPr>
          <p:cNvSpPr>
            <a:spLocks noGrp="1"/>
          </p:cNvSpPr>
          <p:nvPr>
            <p:ph type="title"/>
          </p:nvPr>
        </p:nvSpPr>
        <p:spPr/>
        <p:txBody>
          <a:bodyPr/>
          <a:lstStyle/>
          <a:p>
            <a:r>
              <a:rPr lang="en-US"/>
              <a:t>Click to edit Master title style</a:t>
            </a:r>
            <a:endParaRPr lang="en-AU" dirty="0"/>
          </a:p>
        </p:txBody>
      </p:sp>
      <p:sp>
        <p:nvSpPr>
          <p:cNvPr id="11" name="Text Placeholder 5">
            <a:extLst>
              <a:ext uri="{FF2B5EF4-FFF2-40B4-BE49-F238E27FC236}">
                <a16:creationId xmlns:a16="http://schemas.microsoft.com/office/drawing/2014/main" id="{60070F8D-A181-4941-8E6E-89B3B6A120EA}"/>
              </a:ext>
            </a:extLst>
          </p:cNvPr>
          <p:cNvSpPr>
            <a:spLocks noGrp="1"/>
          </p:cNvSpPr>
          <p:nvPr>
            <p:ph type="body" sz="quarter" idx="18"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Text Placeholder 6">
            <a:extLst>
              <a:ext uri="{FF2B5EF4-FFF2-40B4-BE49-F238E27FC236}">
                <a16:creationId xmlns:a16="http://schemas.microsoft.com/office/drawing/2014/main" id="{5A8D97C9-2BD4-40D2-8A9C-5D0FDC041E5C}"/>
              </a:ext>
            </a:extLst>
          </p:cNvPr>
          <p:cNvSpPr>
            <a:spLocks noGrp="1"/>
          </p:cNvSpPr>
          <p:nvPr>
            <p:ph type="body" sz="quarter" idx="19" hasCustomPrompt="1"/>
          </p:nvPr>
        </p:nvSpPr>
        <p:spPr>
          <a:xfrm>
            <a:off x="695328" y="1700213"/>
            <a:ext cx="3384548" cy="4615710"/>
          </a:xfrm>
          <a:prstGeom prst="rect">
            <a:avLst/>
          </a:prstGeom>
          <a:solidFill>
            <a:srgbClr val="962A8B"/>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12" name="Text Placeholder 6">
            <a:extLst>
              <a:ext uri="{FF2B5EF4-FFF2-40B4-BE49-F238E27FC236}">
                <a16:creationId xmlns:a16="http://schemas.microsoft.com/office/drawing/2014/main" id="{2409A6CC-1C55-4870-8E22-205BA52568D4}"/>
              </a:ext>
            </a:extLst>
          </p:cNvPr>
          <p:cNvSpPr>
            <a:spLocks noGrp="1"/>
          </p:cNvSpPr>
          <p:nvPr>
            <p:ph type="body" sz="quarter" idx="20" hasCustomPrompt="1"/>
          </p:nvPr>
        </p:nvSpPr>
        <p:spPr>
          <a:xfrm>
            <a:off x="4387255" y="1692905"/>
            <a:ext cx="3384548" cy="4615710"/>
          </a:xfrm>
          <a:prstGeom prst="rect">
            <a:avLst/>
          </a:prstGeom>
          <a:solidFill>
            <a:srgbClr val="999490"/>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14" name="Rectangle 13">
            <a:extLst>
              <a:ext uri="{FF2B5EF4-FFF2-40B4-BE49-F238E27FC236}">
                <a16:creationId xmlns:a16="http://schemas.microsoft.com/office/drawing/2014/main" id="{1E1AC039-02E7-49D5-B557-F29BDF128A9E}"/>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6" name="Picture 15">
            <a:extLst>
              <a:ext uri="{FF2B5EF4-FFF2-40B4-BE49-F238E27FC236}">
                <a16:creationId xmlns:a16="http://schemas.microsoft.com/office/drawing/2014/main" id="{7AE48569-D32E-4698-B1DF-F6D3A1B423B0}"/>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2" name="Date Placeholder 1">
            <a:extLst>
              <a:ext uri="{FF2B5EF4-FFF2-40B4-BE49-F238E27FC236}">
                <a16:creationId xmlns:a16="http://schemas.microsoft.com/office/drawing/2014/main" id="{0E118496-7854-4AD0-8A2D-922EA1AA164D}"/>
              </a:ext>
            </a:extLst>
          </p:cNvPr>
          <p:cNvSpPr>
            <a:spLocks noGrp="1"/>
          </p:cNvSpPr>
          <p:nvPr>
            <p:ph type="dt" sz="half" idx="22"/>
          </p:nvPr>
        </p:nvSpPr>
        <p:spPr bwMode="white"/>
        <p:txBody>
          <a:bodyPr/>
          <a:lstStyle/>
          <a:p>
            <a:fld id="{66317961-1F0B-4631-A80C-DEDE90D79DB4}" type="datetime1">
              <a:rPr lang="en-US" smtClean="0"/>
              <a:t>12/12/2022</a:t>
            </a:fld>
            <a:endParaRPr lang="en-US" dirty="0"/>
          </a:p>
        </p:txBody>
      </p:sp>
      <p:sp>
        <p:nvSpPr>
          <p:cNvPr id="7" name="Footer Placeholder 6">
            <a:extLst>
              <a:ext uri="{FF2B5EF4-FFF2-40B4-BE49-F238E27FC236}">
                <a16:creationId xmlns:a16="http://schemas.microsoft.com/office/drawing/2014/main" id="{CB490FF1-595C-4C0F-8493-0452D9413FEC}"/>
              </a:ext>
            </a:extLst>
          </p:cNvPr>
          <p:cNvSpPr>
            <a:spLocks noGrp="1"/>
          </p:cNvSpPr>
          <p:nvPr>
            <p:ph type="ftr" sz="quarter" idx="23"/>
          </p:nvPr>
        </p:nvSpPr>
        <p:spPr/>
        <p:txBody>
          <a:bodyPr/>
          <a:lstStyle/>
          <a:p>
            <a:endParaRPr lang="en-US" dirty="0"/>
          </a:p>
        </p:txBody>
      </p:sp>
      <p:sp>
        <p:nvSpPr>
          <p:cNvPr id="8" name="Slide Number Placeholder 7">
            <a:extLst>
              <a:ext uri="{FF2B5EF4-FFF2-40B4-BE49-F238E27FC236}">
                <a16:creationId xmlns:a16="http://schemas.microsoft.com/office/drawing/2014/main" id="{991171E7-B6F7-4135-91FD-8404DE6A1A00}"/>
              </a:ext>
            </a:extLst>
          </p:cNvPr>
          <p:cNvSpPr>
            <a:spLocks noGrp="1"/>
          </p:cNvSpPr>
          <p:nvPr>
            <p:ph type="sldNum" sz="quarter" idx="24"/>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3003722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Multi-layout 1">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C06D0029-C709-49E4-ADBE-DE71FBF91E19}"/>
              </a:ext>
            </a:extLst>
          </p:cNvPr>
          <p:cNvSpPr>
            <a:spLocks noGrp="1"/>
          </p:cNvSpPr>
          <p:nvPr>
            <p:ph sz="quarter" idx="15"/>
          </p:nvPr>
        </p:nvSpPr>
        <p:spPr>
          <a:xfrm>
            <a:off x="694800" y="3593712"/>
            <a:ext cx="5198533" cy="2715015"/>
          </a:xfrm>
          <a:prstGeom prst="rect">
            <a:avLst/>
          </a:prstGeom>
        </p:spPr>
        <p:txBody>
          <a:bodyPr/>
          <a:lstStyle>
            <a:lvl1pPr>
              <a:defRPr lang="en-US" dirty="0" smtClean="0"/>
            </a:lvl1pPr>
            <a:lvl2pPr>
              <a:defRPr lang="en-US" dirty="0" smtClean="0"/>
            </a:lvl2pPr>
            <a:lvl3pPr>
              <a:defRPr lang="en-US" dirty="0" smtClean="0"/>
            </a:lvl3pPr>
            <a:lvl4pPr>
              <a:defRPr lang="en-US" dirty="0" smtClean="0"/>
            </a:lvl4pPr>
            <a:lvl5pPr>
              <a:defRPr lang="en-US" dirty="0" smtClean="0"/>
            </a:lvl5pPr>
            <a:lvl6pPr>
              <a:defRPr lang="en-AU" dirty="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4" name="Content Placeholder 13">
            <a:extLst>
              <a:ext uri="{FF2B5EF4-FFF2-40B4-BE49-F238E27FC236}">
                <a16:creationId xmlns:a16="http://schemas.microsoft.com/office/drawing/2014/main" id="{842AA681-0A5C-4843-AFF7-8900ED2A6D68}"/>
              </a:ext>
            </a:extLst>
          </p:cNvPr>
          <p:cNvSpPr>
            <a:spLocks noGrp="1"/>
          </p:cNvSpPr>
          <p:nvPr>
            <p:ph sz="quarter" idx="16" hasCustomPrompt="1"/>
          </p:nvPr>
        </p:nvSpPr>
        <p:spPr>
          <a:xfrm>
            <a:off x="6288618" y="2024810"/>
            <a:ext cx="5198400" cy="2427894"/>
          </a:xfrm>
          <a:prstGeom prst="rect">
            <a:avLst/>
          </a:prstGeom>
        </p:spPr>
        <p:txBody>
          <a:bodyPr/>
          <a:lstStyle>
            <a:lvl1pPr>
              <a:defRPr/>
            </a:lvl1pPr>
          </a:lstStyle>
          <a:p>
            <a:pPr lvl="0"/>
            <a:r>
              <a:rPr lang="en-US" dirty="0"/>
              <a:t> </a:t>
            </a:r>
            <a:endParaRPr lang="en-AU" dirty="0"/>
          </a:p>
        </p:txBody>
      </p:sp>
      <p:sp>
        <p:nvSpPr>
          <p:cNvPr id="16" name="Content Placeholder 11">
            <a:extLst>
              <a:ext uri="{FF2B5EF4-FFF2-40B4-BE49-F238E27FC236}">
                <a16:creationId xmlns:a16="http://schemas.microsoft.com/office/drawing/2014/main" id="{C1A5F930-F83B-4616-AC17-D7231CE87421}"/>
              </a:ext>
            </a:extLst>
          </p:cNvPr>
          <p:cNvSpPr>
            <a:spLocks noGrp="1"/>
          </p:cNvSpPr>
          <p:nvPr>
            <p:ph sz="quarter" idx="17"/>
          </p:nvPr>
        </p:nvSpPr>
        <p:spPr>
          <a:xfrm>
            <a:off x="6288619" y="4602158"/>
            <a:ext cx="5198533" cy="1700191"/>
          </a:xfrm>
          <a:prstGeom prst="rect">
            <a:avLst/>
          </a:prstGeo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0ABFF14A-9BDE-42F0-AA14-E13CCFE3E4FE}"/>
              </a:ext>
            </a:extLst>
          </p:cNvPr>
          <p:cNvSpPr>
            <a:spLocks noGrp="1"/>
          </p:cNvSpPr>
          <p:nvPr>
            <p:ph type="body" sz="quarter" idx="18"/>
          </p:nvPr>
        </p:nvSpPr>
        <p:spPr>
          <a:xfrm>
            <a:off x="694800" y="1700808"/>
            <a:ext cx="5198532" cy="1743450"/>
          </a:xfrm>
          <a:prstGeom prst="rect">
            <a:avLst/>
          </a:prstGeom>
        </p:spPr>
        <p:txBody>
          <a:bodyPr/>
          <a:lstStyle/>
          <a:p>
            <a:pPr lvl="0"/>
            <a:r>
              <a:rPr lang="en-US"/>
              <a:t>Click to edit Master text styles</a:t>
            </a:r>
          </a:p>
        </p:txBody>
      </p:sp>
      <p:sp>
        <p:nvSpPr>
          <p:cNvPr id="13" name="Content Placeholder 11">
            <a:extLst>
              <a:ext uri="{FF2B5EF4-FFF2-40B4-BE49-F238E27FC236}">
                <a16:creationId xmlns:a16="http://schemas.microsoft.com/office/drawing/2014/main" id="{47FC4A52-417F-4863-97DD-E656EA43AC92}"/>
              </a:ext>
            </a:extLst>
          </p:cNvPr>
          <p:cNvSpPr>
            <a:spLocks noGrp="1"/>
          </p:cNvSpPr>
          <p:nvPr>
            <p:ph sz="quarter" idx="19" hasCustomPrompt="1"/>
          </p:nvPr>
        </p:nvSpPr>
        <p:spPr>
          <a:xfrm>
            <a:off x="6288619" y="1700809"/>
            <a:ext cx="5198533" cy="324000"/>
          </a:xfrm>
          <a:prstGeom prst="rect">
            <a:avLst/>
          </a:prstGeom>
        </p:spPr>
        <p:txBody>
          <a:bodyPr>
            <a:normAutofit/>
          </a:bodyPr>
          <a:lstStyle>
            <a:lvl5pPr>
              <a:defRPr lang="en-AU" sz="2000" b="1" dirty="0"/>
            </a:lvl5pPr>
          </a:lstStyle>
          <a:p>
            <a:pPr lvl="4"/>
            <a:r>
              <a:rPr lang="en-US" dirty="0"/>
              <a:t>Fifth level</a:t>
            </a:r>
            <a:endParaRPr lang="en-AU" dirty="0"/>
          </a:p>
        </p:txBody>
      </p:sp>
      <p:sp>
        <p:nvSpPr>
          <p:cNvPr id="7" name="Title 6">
            <a:extLst>
              <a:ext uri="{FF2B5EF4-FFF2-40B4-BE49-F238E27FC236}">
                <a16:creationId xmlns:a16="http://schemas.microsoft.com/office/drawing/2014/main" id="{5A696586-6988-4D6B-BE2D-2C0EDF447A61}"/>
              </a:ext>
            </a:extLst>
          </p:cNvPr>
          <p:cNvSpPr>
            <a:spLocks noGrp="1"/>
          </p:cNvSpPr>
          <p:nvPr>
            <p:ph type="title"/>
          </p:nvPr>
        </p:nvSpPr>
        <p:spPr/>
        <p:txBody>
          <a:bodyPr/>
          <a:lstStyle/>
          <a:p>
            <a:r>
              <a:rPr lang="en-US"/>
              <a:t>Click to edit Master title style</a:t>
            </a:r>
            <a:endParaRPr lang="en-AU" dirty="0"/>
          </a:p>
        </p:txBody>
      </p:sp>
      <p:sp>
        <p:nvSpPr>
          <p:cNvPr id="15" name="Text Placeholder 5">
            <a:extLst>
              <a:ext uri="{FF2B5EF4-FFF2-40B4-BE49-F238E27FC236}">
                <a16:creationId xmlns:a16="http://schemas.microsoft.com/office/drawing/2014/main" id="{14229EC4-696A-4791-8EB0-396DF61F7A28}"/>
              </a:ext>
            </a:extLst>
          </p:cNvPr>
          <p:cNvSpPr>
            <a:spLocks noGrp="1"/>
          </p:cNvSpPr>
          <p:nvPr>
            <p:ph type="body" sz="quarter" idx="23"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7" name="Rectangle 16">
            <a:extLst>
              <a:ext uri="{FF2B5EF4-FFF2-40B4-BE49-F238E27FC236}">
                <a16:creationId xmlns:a16="http://schemas.microsoft.com/office/drawing/2014/main" id="{FB3B4A2E-6294-4DC9-8779-3231A7E9B5C2}"/>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9" name="Picture 18">
            <a:extLst>
              <a:ext uri="{FF2B5EF4-FFF2-40B4-BE49-F238E27FC236}">
                <a16:creationId xmlns:a16="http://schemas.microsoft.com/office/drawing/2014/main" id="{4BCAB502-16F2-4A19-97A1-C081D226597B}"/>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5" name="Date Placeholder 4">
            <a:extLst>
              <a:ext uri="{FF2B5EF4-FFF2-40B4-BE49-F238E27FC236}">
                <a16:creationId xmlns:a16="http://schemas.microsoft.com/office/drawing/2014/main" id="{41F506F8-588F-4C50-8AA3-03099347931D}"/>
              </a:ext>
            </a:extLst>
          </p:cNvPr>
          <p:cNvSpPr>
            <a:spLocks noGrp="1"/>
          </p:cNvSpPr>
          <p:nvPr>
            <p:ph type="dt" sz="half" idx="24"/>
          </p:nvPr>
        </p:nvSpPr>
        <p:spPr bwMode="white"/>
        <p:txBody>
          <a:bodyPr/>
          <a:lstStyle/>
          <a:p>
            <a:fld id="{A6B82EAE-B648-4B9A-8615-59CA2695030E}" type="datetime1">
              <a:rPr lang="en-US" smtClean="0"/>
              <a:t>12/12/2022</a:t>
            </a:fld>
            <a:endParaRPr lang="en-US" dirty="0"/>
          </a:p>
        </p:txBody>
      </p:sp>
      <p:sp>
        <p:nvSpPr>
          <p:cNvPr id="8" name="Footer Placeholder 7">
            <a:extLst>
              <a:ext uri="{FF2B5EF4-FFF2-40B4-BE49-F238E27FC236}">
                <a16:creationId xmlns:a16="http://schemas.microsoft.com/office/drawing/2014/main" id="{CEC400A7-6A57-42A4-9CC7-26ED632D030D}"/>
              </a:ext>
            </a:extLst>
          </p:cNvPr>
          <p:cNvSpPr>
            <a:spLocks noGrp="1"/>
          </p:cNvSpPr>
          <p:nvPr>
            <p:ph type="ftr" sz="quarter" idx="25"/>
          </p:nvPr>
        </p:nvSpPr>
        <p:spPr/>
        <p:txBody>
          <a:bodyPr/>
          <a:lstStyle/>
          <a:p>
            <a:endParaRPr lang="en-US" dirty="0"/>
          </a:p>
        </p:txBody>
      </p:sp>
      <p:sp>
        <p:nvSpPr>
          <p:cNvPr id="9" name="Slide Number Placeholder 8">
            <a:extLst>
              <a:ext uri="{FF2B5EF4-FFF2-40B4-BE49-F238E27FC236}">
                <a16:creationId xmlns:a16="http://schemas.microsoft.com/office/drawing/2014/main" id="{4BD824B6-391C-442D-8A27-0B268DB3667B}"/>
              </a:ext>
            </a:extLst>
          </p:cNvPr>
          <p:cNvSpPr>
            <a:spLocks noGrp="1"/>
          </p:cNvSpPr>
          <p:nvPr>
            <p:ph type="sldNum" sz="quarter" idx="26"/>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1227148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Multi-layout 2">
    <p:spTree>
      <p:nvGrpSpPr>
        <p:cNvPr id="1" name=""/>
        <p:cNvGrpSpPr/>
        <p:nvPr/>
      </p:nvGrpSpPr>
      <p:grpSpPr>
        <a:xfrm>
          <a:off x="0" y="0"/>
          <a:ext cx="0" cy="0"/>
          <a:chOff x="0" y="0"/>
          <a:chExt cx="0" cy="0"/>
        </a:xfrm>
      </p:grpSpPr>
      <p:sp>
        <p:nvSpPr>
          <p:cNvPr id="19" name="Content Placeholder 18">
            <a:extLst>
              <a:ext uri="{FF2B5EF4-FFF2-40B4-BE49-F238E27FC236}">
                <a16:creationId xmlns:a16="http://schemas.microsoft.com/office/drawing/2014/main" id="{1680838C-6DDD-4367-8C7B-8D49AA3A036A}"/>
              </a:ext>
            </a:extLst>
          </p:cNvPr>
          <p:cNvSpPr>
            <a:spLocks noGrp="1"/>
          </p:cNvSpPr>
          <p:nvPr>
            <p:ph sz="quarter" idx="19" hasCustomPrompt="1"/>
          </p:nvPr>
        </p:nvSpPr>
        <p:spPr>
          <a:xfrm>
            <a:off x="6286500" y="2677684"/>
            <a:ext cx="5219998" cy="1615411"/>
          </a:xfrm>
          <a:prstGeom prst="rect">
            <a:avLst/>
          </a:prstGeom>
        </p:spPr>
        <p:txBody>
          <a:bodyPr/>
          <a:lstStyle/>
          <a:p>
            <a:pPr lvl="0"/>
            <a:r>
              <a:rPr lang="en-AU" dirty="0"/>
              <a:t> </a:t>
            </a:r>
          </a:p>
        </p:txBody>
      </p:sp>
      <p:sp>
        <p:nvSpPr>
          <p:cNvPr id="20" name="Content Placeholder 18">
            <a:extLst>
              <a:ext uri="{FF2B5EF4-FFF2-40B4-BE49-F238E27FC236}">
                <a16:creationId xmlns:a16="http://schemas.microsoft.com/office/drawing/2014/main" id="{8C9CC71C-D628-4B8C-8AB1-D318B0D686CF}"/>
              </a:ext>
            </a:extLst>
          </p:cNvPr>
          <p:cNvSpPr>
            <a:spLocks noGrp="1"/>
          </p:cNvSpPr>
          <p:nvPr>
            <p:ph sz="quarter" idx="20" hasCustomPrompt="1"/>
          </p:nvPr>
        </p:nvSpPr>
        <p:spPr>
          <a:xfrm>
            <a:off x="6286500" y="4694142"/>
            <a:ext cx="5219996" cy="1615178"/>
          </a:xfrm>
          <a:prstGeom prst="rect">
            <a:avLst/>
          </a:prstGeom>
        </p:spPr>
        <p:txBody>
          <a:bodyPr/>
          <a:lstStyle>
            <a:lvl1pPr>
              <a:defRPr/>
            </a:lvl1pPr>
          </a:lstStyle>
          <a:p>
            <a:pPr lvl="0"/>
            <a:r>
              <a:rPr lang="en-US" dirty="0"/>
              <a:t> </a:t>
            </a:r>
            <a:endParaRPr lang="en-AU" dirty="0"/>
          </a:p>
        </p:txBody>
      </p:sp>
      <p:sp>
        <p:nvSpPr>
          <p:cNvPr id="12" name="Text Placeholder 5">
            <a:extLst>
              <a:ext uri="{FF2B5EF4-FFF2-40B4-BE49-F238E27FC236}">
                <a16:creationId xmlns:a16="http://schemas.microsoft.com/office/drawing/2014/main" id="{47EF0A71-527C-4177-BD73-0A32F4F3B7C2}"/>
              </a:ext>
            </a:extLst>
          </p:cNvPr>
          <p:cNvSpPr>
            <a:spLocks noGrp="1"/>
          </p:cNvSpPr>
          <p:nvPr>
            <p:ph type="body" sz="quarter" idx="25"/>
          </p:nvPr>
        </p:nvSpPr>
        <p:spPr>
          <a:xfrm>
            <a:off x="6286500" y="2279659"/>
            <a:ext cx="5222136" cy="324000"/>
          </a:xfrm>
          <a:prstGeom prst="rect">
            <a:avLst/>
          </a:prstGeom>
        </p:spPr>
        <p:txBody>
          <a:bodyPr/>
          <a:lstStyle>
            <a:lvl1pPr>
              <a:lnSpc>
                <a:spcPct val="100000"/>
              </a:lnSpc>
              <a:defRPr sz="1200" b="1">
                <a:solidFill>
                  <a:schemeClr val="accent1"/>
                </a:solidFill>
              </a:defRPr>
            </a:lvl1pPr>
            <a:lvl6pPr>
              <a:defRPr b="0"/>
            </a:lvl6pPr>
          </a:lstStyle>
          <a:p>
            <a:pPr lvl="0"/>
            <a:r>
              <a:rPr lang="en-US"/>
              <a:t>Click to edit Master text styles</a:t>
            </a:r>
          </a:p>
        </p:txBody>
      </p:sp>
      <p:sp>
        <p:nvSpPr>
          <p:cNvPr id="14" name="Text Placeholder 5">
            <a:extLst>
              <a:ext uri="{FF2B5EF4-FFF2-40B4-BE49-F238E27FC236}">
                <a16:creationId xmlns:a16="http://schemas.microsoft.com/office/drawing/2014/main" id="{FFFB469D-AB37-445A-8C5C-9EDAC47CC608}"/>
              </a:ext>
            </a:extLst>
          </p:cNvPr>
          <p:cNvSpPr>
            <a:spLocks noGrp="1"/>
          </p:cNvSpPr>
          <p:nvPr>
            <p:ph type="body" sz="quarter" idx="26"/>
          </p:nvPr>
        </p:nvSpPr>
        <p:spPr>
          <a:xfrm>
            <a:off x="6286500" y="4401144"/>
            <a:ext cx="5222136" cy="324000"/>
          </a:xfrm>
          <a:prstGeom prst="rect">
            <a:avLst/>
          </a:prstGeom>
        </p:spPr>
        <p:txBody>
          <a:bodyPr/>
          <a:lstStyle>
            <a:lvl1pPr>
              <a:lnSpc>
                <a:spcPct val="100000"/>
              </a:lnSpc>
              <a:defRPr sz="1200" b="1">
                <a:solidFill>
                  <a:schemeClr val="accent1"/>
                </a:solidFill>
              </a:defRPr>
            </a:lvl1pPr>
            <a:lvl6pPr>
              <a:defRPr b="0"/>
            </a:lvl6pPr>
          </a:lstStyle>
          <a:p>
            <a:pPr lvl="0"/>
            <a:r>
              <a:rPr lang="en-US"/>
              <a:t>Click to edit Master text styles</a:t>
            </a:r>
          </a:p>
        </p:txBody>
      </p:sp>
      <p:sp>
        <p:nvSpPr>
          <p:cNvPr id="9" name="Text Placeholder 8">
            <a:extLst>
              <a:ext uri="{FF2B5EF4-FFF2-40B4-BE49-F238E27FC236}">
                <a16:creationId xmlns:a16="http://schemas.microsoft.com/office/drawing/2014/main" id="{892F6810-4203-426A-BA3F-12E853FD972A}"/>
              </a:ext>
            </a:extLst>
          </p:cNvPr>
          <p:cNvSpPr>
            <a:spLocks noGrp="1"/>
          </p:cNvSpPr>
          <p:nvPr>
            <p:ph type="body" sz="quarter" idx="28"/>
          </p:nvPr>
        </p:nvSpPr>
        <p:spPr>
          <a:xfrm>
            <a:off x="694800" y="2279196"/>
            <a:ext cx="5183717" cy="2013899"/>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1" name="Text Placeholder 8">
            <a:extLst>
              <a:ext uri="{FF2B5EF4-FFF2-40B4-BE49-F238E27FC236}">
                <a16:creationId xmlns:a16="http://schemas.microsoft.com/office/drawing/2014/main" id="{5608E6E7-0CC5-4C1B-8095-7EA4A3FE80AB}"/>
              </a:ext>
            </a:extLst>
          </p:cNvPr>
          <p:cNvSpPr>
            <a:spLocks noGrp="1"/>
          </p:cNvSpPr>
          <p:nvPr>
            <p:ph type="body" sz="quarter" idx="29"/>
          </p:nvPr>
        </p:nvSpPr>
        <p:spPr>
          <a:xfrm>
            <a:off x="694800" y="4401144"/>
            <a:ext cx="5183717" cy="1908176"/>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itle 6">
            <a:extLst>
              <a:ext uri="{FF2B5EF4-FFF2-40B4-BE49-F238E27FC236}">
                <a16:creationId xmlns:a16="http://schemas.microsoft.com/office/drawing/2014/main" id="{6AE219F9-19D4-45A2-9D79-6847ED38E26C}"/>
              </a:ext>
            </a:extLst>
          </p:cNvPr>
          <p:cNvSpPr>
            <a:spLocks noGrp="1"/>
          </p:cNvSpPr>
          <p:nvPr>
            <p:ph type="title"/>
          </p:nvPr>
        </p:nvSpPr>
        <p:spPr/>
        <p:txBody>
          <a:bodyPr/>
          <a:lstStyle/>
          <a:p>
            <a:r>
              <a:rPr lang="en-US"/>
              <a:t>Click to edit Master title style</a:t>
            </a:r>
            <a:endParaRPr lang="en-AU" dirty="0"/>
          </a:p>
        </p:txBody>
      </p:sp>
      <p:sp>
        <p:nvSpPr>
          <p:cNvPr id="16" name="Text Placeholder 5">
            <a:extLst>
              <a:ext uri="{FF2B5EF4-FFF2-40B4-BE49-F238E27FC236}">
                <a16:creationId xmlns:a16="http://schemas.microsoft.com/office/drawing/2014/main" id="{688F5021-D4C3-4888-A4D5-06E996CC2139}"/>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5" name="Rectangle 14">
            <a:extLst>
              <a:ext uri="{FF2B5EF4-FFF2-40B4-BE49-F238E27FC236}">
                <a16:creationId xmlns:a16="http://schemas.microsoft.com/office/drawing/2014/main" id="{301F3FBD-B2FA-4ECC-94B3-AE0A46E7AD40}"/>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8" name="Picture 17">
            <a:extLst>
              <a:ext uri="{FF2B5EF4-FFF2-40B4-BE49-F238E27FC236}">
                <a16:creationId xmlns:a16="http://schemas.microsoft.com/office/drawing/2014/main" id="{B9D1DA3F-F774-45EB-B6E3-EB3EBFC56BF8}"/>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17" name="Text Placeholder 5">
            <a:extLst>
              <a:ext uri="{FF2B5EF4-FFF2-40B4-BE49-F238E27FC236}">
                <a16:creationId xmlns:a16="http://schemas.microsoft.com/office/drawing/2014/main" id="{59483DB6-35E8-41E9-930B-445C4EFE7A77}"/>
              </a:ext>
            </a:extLst>
          </p:cNvPr>
          <p:cNvSpPr>
            <a:spLocks noGrp="1"/>
          </p:cNvSpPr>
          <p:nvPr>
            <p:ph type="body" sz="quarter" idx="31" hasCustomPrompt="1"/>
          </p:nvPr>
        </p:nvSpPr>
        <p:spPr>
          <a:xfrm>
            <a:off x="695325" y="1700808"/>
            <a:ext cx="10801350" cy="504825"/>
          </a:xfrm>
        </p:spPr>
        <p:txBody>
          <a:bodyPr>
            <a:normAutofit/>
          </a:bodyPr>
          <a:lstStyle>
            <a:lvl1pPr>
              <a:defRPr sz="2000" b="1">
                <a:solidFill>
                  <a:schemeClr val="accent1"/>
                </a:solidFill>
              </a:defRPr>
            </a:lvl1pPr>
            <a:lvl2pPr marL="612" indent="0">
              <a:buNone/>
              <a:defRPr/>
            </a:lvl2pPr>
          </a:lstStyle>
          <a:p>
            <a:pPr lvl="0"/>
            <a:r>
              <a:rPr lang="en-US" dirty="0"/>
              <a:t>[Subtitle]</a:t>
            </a:r>
          </a:p>
        </p:txBody>
      </p:sp>
      <p:sp>
        <p:nvSpPr>
          <p:cNvPr id="2" name="Date Placeholder 1">
            <a:extLst>
              <a:ext uri="{FF2B5EF4-FFF2-40B4-BE49-F238E27FC236}">
                <a16:creationId xmlns:a16="http://schemas.microsoft.com/office/drawing/2014/main" id="{F89382FB-62F4-4C2A-91A5-943967894D42}"/>
              </a:ext>
            </a:extLst>
          </p:cNvPr>
          <p:cNvSpPr>
            <a:spLocks noGrp="1"/>
          </p:cNvSpPr>
          <p:nvPr>
            <p:ph type="dt" sz="half" idx="32"/>
          </p:nvPr>
        </p:nvSpPr>
        <p:spPr bwMode="white"/>
        <p:txBody>
          <a:bodyPr/>
          <a:lstStyle/>
          <a:p>
            <a:fld id="{915C4F88-F303-4FC8-AB89-ED8C068618BE}" type="datetime1">
              <a:rPr lang="en-US" smtClean="0"/>
              <a:t>12/12/2022</a:t>
            </a:fld>
            <a:endParaRPr lang="en-US" dirty="0"/>
          </a:p>
        </p:txBody>
      </p:sp>
      <p:sp>
        <p:nvSpPr>
          <p:cNvPr id="6" name="Footer Placeholder 5">
            <a:extLst>
              <a:ext uri="{FF2B5EF4-FFF2-40B4-BE49-F238E27FC236}">
                <a16:creationId xmlns:a16="http://schemas.microsoft.com/office/drawing/2014/main" id="{B90807C1-4AC5-41D4-9F66-2FFE2C9FCBEE}"/>
              </a:ext>
            </a:extLst>
          </p:cNvPr>
          <p:cNvSpPr>
            <a:spLocks noGrp="1"/>
          </p:cNvSpPr>
          <p:nvPr>
            <p:ph type="ftr" sz="quarter" idx="33"/>
          </p:nvPr>
        </p:nvSpPr>
        <p:spPr/>
        <p:txBody>
          <a:bodyPr/>
          <a:lstStyle/>
          <a:p>
            <a:endParaRPr lang="en-US" dirty="0"/>
          </a:p>
        </p:txBody>
      </p:sp>
      <p:sp>
        <p:nvSpPr>
          <p:cNvPr id="8" name="Slide Number Placeholder 7">
            <a:extLst>
              <a:ext uri="{FF2B5EF4-FFF2-40B4-BE49-F238E27FC236}">
                <a16:creationId xmlns:a16="http://schemas.microsoft.com/office/drawing/2014/main" id="{BB1CA24C-277F-4699-AACD-0CE7FA333A21}"/>
              </a:ext>
            </a:extLst>
          </p:cNvPr>
          <p:cNvSpPr>
            <a:spLocks noGrp="1"/>
          </p:cNvSpPr>
          <p:nvPr>
            <p:ph type="sldNum" sz="quarter" idx="34"/>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1844456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9EE8B-9737-4CD0-834C-9321616FE29F}"/>
              </a:ext>
            </a:extLst>
          </p:cNvPr>
          <p:cNvSpPr>
            <a:spLocks noGrp="1"/>
          </p:cNvSpPr>
          <p:nvPr>
            <p:ph type="title"/>
          </p:nvPr>
        </p:nvSpPr>
        <p:spPr/>
        <p:txBody>
          <a:bodyPr/>
          <a:lstStyle/>
          <a:p>
            <a:r>
              <a:rPr lang="en-US"/>
              <a:t>Click to edit Master title style</a:t>
            </a:r>
            <a:endParaRPr lang="en-AU" dirty="0"/>
          </a:p>
        </p:txBody>
      </p:sp>
      <p:sp>
        <p:nvSpPr>
          <p:cNvPr id="8" name="Text Placeholder 5">
            <a:extLst>
              <a:ext uri="{FF2B5EF4-FFF2-40B4-BE49-F238E27FC236}">
                <a16:creationId xmlns:a16="http://schemas.microsoft.com/office/drawing/2014/main" id="{3A7132BB-77E6-4CDB-BD22-890A94E03075}"/>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Rectangle 8">
            <a:extLst>
              <a:ext uri="{FF2B5EF4-FFF2-40B4-BE49-F238E27FC236}">
                <a16:creationId xmlns:a16="http://schemas.microsoft.com/office/drawing/2014/main" id="{547FA311-E5C8-49FB-A70D-B5D69EF896F4}"/>
              </a:ext>
            </a:extLst>
          </p:cNvPr>
          <p:cNvSpPr/>
          <p:nvPr/>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1" name="Picture 10">
            <a:extLst>
              <a:ext uri="{FF2B5EF4-FFF2-40B4-BE49-F238E27FC236}">
                <a16:creationId xmlns:a16="http://schemas.microsoft.com/office/drawing/2014/main" id="{577DAC2F-25B2-40B2-B3C3-AEDF3893C15B}"/>
              </a:ext>
            </a:extLst>
          </p:cNvPr>
          <p:cNvPicPr>
            <a:picLocks noChangeAspect="1"/>
          </p:cNvPicPr>
          <p:nvPr/>
        </p:nvPicPr>
        <p:blipFill>
          <a:blip r:embed="rId2"/>
          <a:stretch>
            <a:fillRect/>
          </a:stretch>
        </p:blipFill>
        <p:spPr>
          <a:xfrm>
            <a:off x="10297935" y="152896"/>
            <a:ext cx="1210684" cy="324000"/>
          </a:xfrm>
          <a:prstGeom prst="rect">
            <a:avLst/>
          </a:prstGeom>
        </p:spPr>
      </p:pic>
      <p:sp>
        <p:nvSpPr>
          <p:cNvPr id="3" name="Date Placeholder 2">
            <a:extLst>
              <a:ext uri="{FF2B5EF4-FFF2-40B4-BE49-F238E27FC236}">
                <a16:creationId xmlns:a16="http://schemas.microsoft.com/office/drawing/2014/main" id="{6D83B7EB-0921-47FC-BB02-41C5175DD7EB}"/>
              </a:ext>
            </a:extLst>
          </p:cNvPr>
          <p:cNvSpPr>
            <a:spLocks noGrp="1"/>
          </p:cNvSpPr>
          <p:nvPr>
            <p:ph type="dt" sz="half" idx="16"/>
          </p:nvPr>
        </p:nvSpPr>
        <p:spPr bwMode="white"/>
        <p:txBody>
          <a:bodyPr/>
          <a:lstStyle/>
          <a:p>
            <a:fld id="{4E3635B1-471C-441C-81FB-E7D24DD2B133}" type="datetime1">
              <a:rPr lang="en-US" smtClean="0"/>
              <a:t>12/12/2022</a:t>
            </a:fld>
            <a:endParaRPr lang="en-US" dirty="0"/>
          </a:p>
        </p:txBody>
      </p:sp>
      <p:sp>
        <p:nvSpPr>
          <p:cNvPr id="4" name="Footer Placeholder 3">
            <a:extLst>
              <a:ext uri="{FF2B5EF4-FFF2-40B4-BE49-F238E27FC236}">
                <a16:creationId xmlns:a16="http://schemas.microsoft.com/office/drawing/2014/main" id="{D307EFFC-A8F6-46B6-82DB-6FB3399678B7}"/>
              </a:ext>
            </a:extLst>
          </p:cNvPr>
          <p:cNvSpPr>
            <a:spLocks noGrp="1"/>
          </p:cNvSpPr>
          <p:nvPr>
            <p:ph type="ftr" sz="quarter" idx="17"/>
          </p:nvPr>
        </p:nvSpPr>
        <p:spPr/>
        <p:txBody>
          <a:bodyPr/>
          <a:lstStyle/>
          <a:p>
            <a:endParaRPr lang="en-US" dirty="0"/>
          </a:p>
        </p:txBody>
      </p:sp>
      <p:sp>
        <p:nvSpPr>
          <p:cNvPr id="10" name="Slide Number Placeholder 9">
            <a:extLst>
              <a:ext uri="{FF2B5EF4-FFF2-40B4-BE49-F238E27FC236}">
                <a16:creationId xmlns:a16="http://schemas.microsoft.com/office/drawing/2014/main" id="{11037509-88E8-46BB-B6E5-FC65A58ADE60}"/>
              </a:ext>
            </a:extLst>
          </p:cNvPr>
          <p:cNvSpPr>
            <a:spLocks noGrp="1"/>
          </p:cNvSpPr>
          <p:nvPr>
            <p:ph type="sldNum" sz="quarter" idx="18"/>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2972303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Blank Brande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933EA7-FE92-4C6D-8733-61E671888999}"/>
              </a:ext>
            </a:extLst>
          </p:cNvPr>
          <p:cNvSpPr/>
          <p:nvPr/>
        </p:nvSpPr>
        <p:spPr bwMode="white">
          <a:xfrm>
            <a:off x="2" y="-27384"/>
            <a:ext cx="12191999" cy="10081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pic>
        <p:nvPicPr>
          <p:cNvPr id="4" name="Picture 3">
            <a:extLst>
              <a:ext uri="{FF2B5EF4-FFF2-40B4-BE49-F238E27FC236}">
                <a16:creationId xmlns:a16="http://schemas.microsoft.com/office/drawing/2014/main" id="{A4A50E81-A697-4D2A-9C73-3BBE321DFC06}"/>
              </a:ext>
            </a:extLst>
          </p:cNvPr>
          <p:cNvPicPr>
            <a:picLocks noChangeAspect="1"/>
          </p:cNvPicPr>
          <p:nvPr/>
        </p:nvPicPr>
        <p:blipFill rotWithShape="1">
          <a:blip r:embed="rId2"/>
          <a:srcRect r="42155"/>
          <a:stretch/>
        </p:blipFill>
        <p:spPr>
          <a:xfrm>
            <a:off x="10271272" y="152896"/>
            <a:ext cx="1237347" cy="324000"/>
          </a:xfrm>
          <a:prstGeom prst="rect">
            <a:avLst/>
          </a:prstGeom>
        </p:spPr>
      </p:pic>
    </p:spTree>
    <p:extLst>
      <p:ext uri="{BB962C8B-B14F-4D97-AF65-F5344CB8AC3E}">
        <p14:creationId xmlns:p14="http://schemas.microsoft.com/office/powerpoint/2010/main" val="39875435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6DBD1DEA-6C0B-48CD-8886-623BD6330C76}"/>
              </a:ext>
            </a:extLst>
          </p:cNvPr>
          <p:cNvSpPr/>
          <p:nvPr/>
        </p:nvSpPr>
        <p:spPr bwMode="invGray">
          <a:xfrm>
            <a:off x="0" y="0"/>
            <a:ext cx="12192000" cy="6858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2" name="Title 1"/>
          <p:cNvSpPr>
            <a:spLocks noGrp="1"/>
          </p:cNvSpPr>
          <p:nvPr>
            <p:ph type="title"/>
          </p:nvPr>
        </p:nvSpPr>
        <p:spPr bwMode="white">
          <a:xfrm>
            <a:off x="694800" y="1082188"/>
            <a:ext cx="10744005" cy="720081"/>
          </a:xfrm>
        </p:spPr>
        <p:txBody>
          <a:bodyPr anchor="b">
            <a:noAutofit/>
          </a:bodyPr>
          <a:lstStyle>
            <a:lvl1pPr>
              <a:lnSpc>
                <a:spcPts val="5040"/>
              </a:lnSpc>
              <a:defRPr sz="4200">
                <a:solidFill>
                  <a:schemeClr val="bg1"/>
                </a:solidFill>
              </a:defRPr>
            </a:lvl1pPr>
          </a:lstStyle>
          <a:p>
            <a:r>
              <a:rPr lang="en-US"/>
              <a:t>Click to edit Master title style</a:t>
            </a:r>
            <a:endParaRPr lang="en-AU" dirty="0"/>
          </a:p>
        </p:txBody>
      </p:sp>
      <p:sp>
        <p:nvSpPr>
          <p:cNvPr id="7" name="Text Placeholder 6"/>
          <p:cNvSpPr>
            <a:spLocks noGrp="1"/>
          </p:cNvSpPr>
          <p:nvPr>
            <p:ph type="body" sz="quarter" idx="10" hasCustomPrompt="1"/>
          </p:nvPr>
        </p:nvSpPr>
        <p:spPr bwMode="white">
          <a:xfrm>
            <a:off x="694800" y="1876346"/>
            <a:ext cx="3254263" cy="832577"/>
          </a:xfrm>
          <a:prstGeom prst="rect">
            <a:avLst/>
          </a:prstGeom>
        </p:spPr>
        <p:txBody>
          <a:bodyPr>
            <a:normAutofit/>
          </a:bodyPr>
          <a:lstStyle>
            <a:lvl1pPr marL="0" indent="0">
              <a:lnSpc>
                <a:spcPct val="100000"/>
              </a:lnSpc>
              <a:spcBef>
                <a:spcPts val="0"/>
              </a:spcBef>
              <a:spcAft>
                <a:spcPts val="0"/>
              </a:spcAft>
              <a:buNone/>
              <a:defRPr sz="1200">
                <a:solidFill>
                  <a:schemeClr val="bg1"/>
                </a:solidFill>
              </a:defRPr>
            </a:lvl1pPr>
          </a:lstStyle>
          <a:p>
            <a:pPr lvl="0"/>
            <a:r>
              <a:rPr lang="en-US" dirty="0"/>
              <a:t>Click to edit </a:t>
            </a:r>
            <a:br>
              <a:rPr lang="en-US" dirty="0"/>
            </a:br>
            <a:r>
              <a:rPr lang="en-US" dirty="0"/>
              <a:t>Master text styles</a:t>
            </a:r>
          </a:p>
        </p:txBody>
      </p:sp>
      <p:sp>
        <p:nvSpPr>
          <p:cNvPr id="11" name="Text Placeholder 6">
            <a:extLst>
              <a:ext uri="{FF2B5EF4-FFF2-40B4-BE49-F238E27FC236}">
                <a16:creationId xmlns:a16="http://schemas.microsoft.com/office/drawing/2014/main" id="{0758AADB-42F9-44FF-A436-0031B6B2680A}"/>
              </a:ext>
            </a:extLst>
          </p:cNvPr>
          <p:cNvSpPr>
            <a:spLocks noGrp="1"/>
          </p:cNvSpPr>
          <p:nvPr>
            <p:ph type="body" sz="quarter" idx="11" hasCustomPrompt="1"/>
          </p:nvPr>
        </p:nvSpPr>
        <p:spPr bwMode="white">
          <a:xfrm>
            <a:off x="1087509" y="2852939"/>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15" name="Text Placeholder 6">
            <a:extLst>
              <a:ext uri="{FF2B5EF4-FFF2-40B4-BE49-F238E27FC236}">
                <a16:creationId xmlns:a16="http://schemas.microsoft.com/office/drawing/2014/main" id="{9EB3BAB6-8B24-4F70-BDDC-75B91A4FB1D5}"/>
              </a:ext>
            </a:extLst>
          </p:cNvPr>
          <p:cNvSpPr>
            <a:spLocks noGrp="1"/>
          </p:cNvSpPr>
          <p:nvPr>
            <p:ph type="body" sz="quarter" idx="12" hasCustomPrompt="1"/>
          </p:nvPr>
        </p:nvSpPr>
        <p:spPr bwMode="white">
          <a:xfrm>
            <a:off x="1087509" y="3125021"/>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20" name="Right Triangle 3">
            <a:extLst>
              <a:ext uri="{FF2B5EF4-FFF2-40B4-BE49-F238E27FC236}">
                <a16:creationId xmlns:a16="http://schemas.microsoft.com/office/drawing/2014/main" id="{98BF4DE5-D126-4077-BBC8-5F3A09BC0E5C}"/>
              </a:ext>
            </a:extLst>
          </p:cNvPr>
          <p:cNvSpPr/>
          <p:nvPr/>
        </p:nvSpPr>
        <p:spPr bwMode="white">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13" name="Text Placeholder 6">
            <a:extLst>
              <a:ext uri="{FF2B5EF4-FFF2-40B4-BE49-F238E27FC236}">
                <a16:creationId xmlns:a16="http://schemas.microsoft.com/office/drawing/2014/main" id="{B8A2EB93-6CF0-469A-B44D-3B50AF0CEE6D}"/>
              </a:ext>
            </a:extLst>
          </p:cNvPr>
          <p:cNvSpPr>
            <a:spLocks noGrp="1"/>
          </p:cNvSpPr>
          <p:nvPr>
            <p:ph type="body" sz="quarter" idx="13" hasCustomPrompt="1"/>
          </p:nvPr>
        </p:nvSpPr>
        <p:spPr bwMode="white">
          <a:xfrm>
            <a:off x="1087509" y="3415094"/>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16" name="Text Placeholder 6">
            <a:extLst>
              <a:ext uri="{FF2B5EF4-FFF2-40B4-BE49-F238E27FC236}">
                <a16:creationId xmlns:a16="http://schemas.microsoft.com/office/drawing/2014/main" id="{81CEC2A5-BF8B-405F-BFB8-A7AC93A346C2}"/>
              </a:ext>
            </a:extLst>
          </p:cNvPr>
          <p:cNvSpPr>
            <a:spLocks noGrp="1"/>
          </p:cNvSpPr>
          <p:nvPr>
            <p:ph type="body" sz="quarter" idx="14" hasCustomPrompt="1"/>
          </p:nvPr>
        </p:nvSpPr>
        <p:spPr bwMode="white">
          <a:xfrm>
            <a:off x="1087509" y="3687176"/>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18" name="Text Placeholder 6">
            <a:extLst>
              <a:ext uri="{FF2B5EF4-FFF2-40B4-BE49-F238E27FC236}">
                <a16:creationId xmlns:a16="http://schemas.microsoft.com/office/drawing/2014/main" id="{191147DD-03AA-4BA3-AFAA-F070EDBA94F2}"/>
              </a:ext>
            </a:extLst>
          </p:cNvPr>
          <p:cNvSpPr>
            <a:spLocks noGrp="1"/>
          </p:cNvSpPr>
          <p:nvPr>
            <p:ph type="body" sz="quarter" idx="15" hasCustomPrompt="1"/>
          </p:nvPr>
        </p:nvSpPr>
        <p:spPr bwMode="white">
          <a:xfrm>
            <a:off x="1087509" y="3957493"/>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19" name="Graphic 1">
            <a:extLst>
              <a:ext uri="{FF2B5EF4-FFF2-40B4-BE49-F238E27FC236}">
                <a16:creationId xmlns:a16="http://schemas.microsoft.com/office/drawing/2014/main" id="{6B4A31B5-8366-4D72-B33B-C4528CEC8D4B}"/>
              </a:ext>
            </a:extLst>
          </p:cNvPr>
          <p:cNvSpPr/>
          <p:nvPr/>
        </p:nvSpPr>
        <p:spPr bwMode="white">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pic>
        <p:nvPicPr>
          <p:cNvPr id="22" name="Picture 21">
            <a:extLst>
              <a:ext uri="{FF2B5EF4-FFF2-40B4-BE49-F238E27FC236}">
                <a16:creationId xmlns:a16="http://schemas.microsoft.com/office/drawing/2014/main" id="{B864D713-B046-4FE6-BDD7-EE4264F7C42D}"/>
              </a:ext>
            </a:extLst>
          </p:cNvPr>
          <p:cNvPicPr>
            <a:picLocks noChangeAspect="1"/>
          </p:cNvPicPr>
          <p:nvPr/>
        </p:nvPicPr>
        <p:blipFill>
          <a:blip r:embed="rId2"/>
          <a:stretch>
            <a:fillRect/>
          </a:stretch>
        </p:blipFill>
        <p:spPr>
          <a:xfrm>
            <a:off x="695325" y="207631"/>
            <a:ext cx="3204000" cy="472463"/>
          </a:xfrm>
          <a:prstGeom prst="rect">
            <a:avLst/>
          </a:prstGeom>
        </p:spPr>
      </p:pic>
    </p:spTree>
    <p:extLst>
      <p:ext uri="{BB962C8B-B14F-4D97-AF65-F5344CB8AC3E}">
        <p14:creationId xmlns:p14="http://schemas.microsoft.com/office/powerpoint/2010/main" val="3775130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Thank You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ED9BE05-DABC-48CC-9999-1581840BE656}"/>
              </a:ext>
            </a:extLst>
          </p:cNvPr>
          <p:cNvSpPr/>
          <p:nvPr/>
        </p:nvSpPr>
        <p:spPr bwMode="invGray">
          <a:xfrm>
            <a:off x="0" y="0"/>
            <a:ext cx="12192000" cy="9288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11" name="Text Placeholder 6">
            <a:extLst>
              <a:ext uri="{FF2B5EF4-FFF2-40B4-BE49-F238E27FC236}">
                <a16:creationId xmlns:a16="http://schemas.microsoft.com/office/drawing/2014/main" id="{F3CE2D37-876C-4C8F-A6C5-0AB063A0B4CD}"/>
              </a:ext>
            </a:extLst>
          </p:cNvPr>
          <p:cNvSpPr>
            <a:spLocks noGrp="1"/>
          </p:cNvSpPr>
          <p:nvPr>
            <p:ph type="body" sz="quarter" idx="13" hasCustomPrompt="1"/>
          </p:nvPr>
        </p:nvSpPr>
        <p:spPr>
          <a:xfrm>
            <a:off x="694800" y="1876346"/>
            <a:ext cx="3254263" cy="832577"/>
          </a:xfrm>
          <a:prstGeom prst="rect">
            <a:avLst/>
          </a:prstGeom>
        </p:spPr>
        <p:txBody>
          <a:bodyPr>
            <a:normAutofit/>
          </a:bodyPr>
          <a:lstStyle>
            <a:lvl1pPr marL="0" indent="0">
              <a:lnSpc>
                <a:spcPct val="100000"/>
              </a:lnSpc>
              <a:spcBef>
                <a:spcPts val="0"/>
              </a:spcBef>
              <a:spcAft>
                <a:spcPts val="0"/>
              </a:spcAft>
              <a:buNone/>
              <a:defRPr sz="1200">
                <a:solidFill>
                  <a:schemeClr val="tx1"/>
                </a:solidFill>
              </a:defRPr>
            </a:lvl1pPr>
          </a:lstStyle>
          <a:p>
            <a:pPr lvl="0"/>
            <a:r>
              <a:rPr lang="en-US" dirty="0"/>
              <a:t>Click to edit Master text styles</a:t>
            </a:r>
          </a:p>
        </p:txBody>
      </p:sp>
      <p:sp>
        <p:nvSpPr>
          <p:cNvPr id="18" name="Text Placeholder 6">
            <a:extLst>
              <a:ext uri="{FF2B5EF4-FFF2-40B4-BE49-F238E27FC236}">
                <a16:creationId xmlns:a16="http://schemas.microsoft.com/office/drawing/2014/main" id="{36F77BFB-AD63-495E-A4EA-EE2AFB4F9E57}"/>
              </a:ext>
            </a:extLst>
          </p:cNvPr>
          <p:cNvSpPr>
            <a:spLocks noGrp="1"/>
          </p:cNvSpPr>
          <p:nvPr>
            <p:ph type="body" sz="quarter" idx="11" hasCustomPrompt="1"/>
          </p:nvPr>
        </p:nvSpPr>
        <p:spPr>
          <a:xfrm>
            <a:off x="1087509" y="2852939"/>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19" name="Text Placeholder 6">
            <a:extLst>
              <a:ext uri="{FF2B5EF4-FFF2-40B4-BE49-F238E27FC236}">
                <a16:creationId xmlns:a16="http://schemas.microsoft.com/office/drawing/2014/main" id="{9A941B40-7380-40DF-ADBB-0A6ED4F172FB}"/>
              </a:ext>
            </a:extLst>
          </p:cNvPr>
          <p:cNvSpPr>
            <a:spLocks noGrp="1"/>
          </p:cNvSpPr>
          <p:nvPr>
            <p:ph type="body" sz="quarter" idx="12" hasCustomPrompt="1"/>
          </p:nvPr>
        </p:nvSpPr>
        <p:spPr>
          <a:xfrm>
            <a:off x="1087509" y="3125021"/>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20" name="Text Placeholder 6">
            <a:extLst>
              <a:ext uri="{FF2B5EF4-FFF2-40B4-BE49-F238E27FC236}">
                <a16:creationId xmlns:a16="http://schemas.microsoft.com/office/drawing/2014/main" id="{402E3968-432E-4834-8F0D-CD2BC42D2E0B}"/>
              </a:ext>
            </a:extLst>
          </p:cNvPr>
          <p:cNvSpPr>
            <a:spLocks noGrp="1"/>
          </p:cNvSpPr>
          <p:nvPr>
            <p:ph type="body" sz="quarter" idx="17" hasCustomPrompt="1"/>
          </p:nvPr>
        </p:nvSpPr>
        <p:spPr>
          <a:xfrm>
            <a:off x="1087509" y="3415094"/>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21" name="Text Placeholder 6">
            <a:extLst>
              <a:ext uri="{FF2B5EF4-FFF2-40B4-BE49-F238E27FC236}">
                <a16:creationId xmlns:a16="http://schemas.microsoft.com/office/drawing/2014/main" id="{F9F5A590-B6A3-42B3-8477-542088A3B03A}"/>
              </a:ext>
            </a:extLst>
          </p:cNvPr>
          <p:cNvSpPr>
            <a:spLocks noGrp="1"/>
          </p:cNvSpPr>
          <p:nvPr>
            <p:ph type="body" sz="quarter" idx="14" hasCustomPrompt="1"/>
          </p:nvPr>
        </p:nvSpPr>
        <p:spPr>
          <a:xfrm>
            <a:off x="1087509" y="3687176"/>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23" name="Text Placeholder 6">
            <a:extLst>
              <a:ext uri="{FF2B5EF4-FFF2-40B4-BE49-F238E27FC236}">
                <a16:creationId xmlns:a16="http://schemas.microsoft.com/office/drawing/2014/main" id="{C84FAE95-A058-4EFD-92C1-90CCC284BFCE}"/>
              </a:ext>
            </a:extLst>
          </p:cNvPr>
          <p:cNvSpPr>
            <a:spLocks noGrp="1"/>
          </p:cNvSpPr>
          <p:nvPr>
            <p:ph type="body" sz="quarter" idx="15" hasCustomPrompt="1"/>
          </p:nvPr>
        </p:nvSpPr>
        <p:spPr>
          <a:xfrm>
            <a:off x="1087509" y="3957493"/>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15" name="Title 1">
            <a:extLst>
              <a:ext uri="{FF2B5EF4-FFF2-40B4-BE49-F238E27FC236}">
                <a16:creationId xmlns:a16="http://schemas.microsoft.com/office/drawing/2014/main" id="{6E88B10E-2ED8-4B6E-92E8-70B077E3A39C}"/>
              </a:ext>
            </a:extLst>
          </p:cNvPr>
          <p:cNvSpPr>
            <a:spLocks noGrp="1"/>
          </p:cNvSpPr>
          <p:nvPr>
            <p:ph type="title"/>
          </p:nvPr>
        </p:nvSpPr>
        <p:spPr>
          <a:xfrm>
            <a:off x="694800" y="1082188"/>
            <a:ext cx="5209113" cy="720081"/>
          </a:xfrm>
        </p:spPr>
        <p:txBody>
          <a:bodyPr anchor="b">
            <a:noAutofit/>
          </a:bodyPr>
          <a:lstStyle>
            <a:lvl1pPr>
              <a:lnSpc>
                <a:spcPts val="5040"/>
              </a:lnSpc>
              <a:defRPr sz="4200">
                <a:solidFill>
                  <a:schemeClr val="accent1"/>
                </a:solidFill>
              </a:defRPr>
            </a:lvl1pPr>
          </a:lstStyle>
          <a:p>
            <a:r>
              <a:rPr lang="en-US"/>
              <a:t>Click to edit Master title style</a:t>
            </a:r>
            <a:endParaRPr lang="en-AU" dirty="0"/>
          </a:p>
        </p:txBody>
      </p:sp>
      <p:sp>
        <p:nvSpPr>
          <p:cNvPr id="16" name="Picture Placeholder 9">
            <a:extLst>
              <a:ext uri="{FF2B5EF4-FFF2-40B4-BE49-F238E27FC236}">
                <a16:creationId xmlns:a16="http://schemas.microsoft.com/office/drawing/2014/main" id="{3ECBBC4F-ECF3-4E50-963A-BDB169C5146A}"/>
              </a:ext>
            </a:extLst>
          </p:cNvPr>
          <p:cNvSpPr>
            <a:spLocks noGrp="1"/>
          </p:cNvSpPr>
          <p:nvPr>
            <p:ph type="pic" sz="quarter" idx="18" hasCustomPrompt="1"/>
          </p:nvPr>
        </p:nvSpPr>
        <p:spPr>
          <a:xfrm>
            <a:off x="6092454" y="923051"/>
            <a:ext cx="6101952" cy="5934795"/>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3943363 w 4070093"/>
              <a:gd name="connsiteY1" fmla="*/ 324970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10480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5150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14049 w 4069424"/>
              <a:gd name="connsiteY0" fmla="*/ 174112 h 5602782"/>
              <a:gd name="connsiteX1" fmla="*/ 4068911 w 4069424"/>
              <a:gd name="connsiteY1" fmla="*/ 0 h 5602782"/>
              <a:gd name="connsiteX2" fmla="*/ 4068422 w 4069424"/>
              <a:gd name="connsiteY2" fmla="*/ 5600840 h 5602782"/>
              <a:gd name="connsiteX3" fmla="*/ 1716536 w 4069424"/>
              <a:gd name="connsiteY3" fmla="*/ 5602782 h 5602782"/>
              <a:gd name="connsiteX4" fmla="*/ 120 w 4069424"/>
              <a:gd name="connsiteY4" fmla="*/ 3154347 h 5602782"/>
              <a:gd name="connsiteX5" fmla="*/ 14049 w 4069424"/>
              <a:gd name="connsiteY5" fmla="*/ 174112 h 560278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4065493 w 4070093"/>
              <a:gd name="connsiteY1" fmla="*/ 51501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934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4333 h 5597085"/>
              <a:gd name="connsiteX1" fmla="*/ 4070582 w 4071095"/>
              <a:gd name="connsiteY1" fmla="*/ 0 h 5597085"/>
              <a:gd name="connsiteX2" fmla="*/ 4070093 w 4071095"/>
              <a:gd name="connsiteY2" fmla="*/ 5595143 h 5597085"/>
              <a:gd name="connsiteX3" fmla="*/ 1718207 w 4071095"/>
              <a:gd name="connsiteY3" fmla="*/ 5597085 h 5597085"/>
              <a:gd name="connsiteX4" fmla="*/ 1791 w 4071095"/>
              <a:gd name="connsiteY4" fmla="*/ 3148650 h 5597085"/>
              <a:gd name="connsiteX5" fmla="*/ 454 w 4071095"/>
              <a:gd name="connsiteY5" fmla="*/ 4333 h 5597085"/>
              <a:gd name="connsiteX0" fmla="*/ 254 w 4075984"/>
              <a:gd name="connsiteY0" fmla="*/ 250455 h 5597085"/>
              <a:gd name="connsiteX1" fmla="*/ 4075471 w 4075984"/>
              <a:gd name="connsiteY1" fmla="*/ 0 h 5597085"/>
              <a:gd name="connsiteX2" fmla="*/ 4074982 w 4075984"/>
              <a:gd name="connsiteY2" fmla="*/ 5595143 h 5597085"/>
              <a:gd name="connsiteX3" fmla="*/ 1723096 w 4075984"/>
              <a:gd name="connsiteY3" fmla="*/ 5597085 h 5597085"/>
              <a:gd name="connsiteX4" fmla="*/ 6680 w 4075984"/>
              <a:gd name="connsiteY4" fmla="*/ 3148650 h 5597085"/>
              <a:gd name="connsiteX5" fmla="*/ 254 w 4075984"/>
              <a:gd name="connsiteY5" fmla="*/ 250455 h 5597085"/>
              <a:gd name="connsiteX0" fmla="*/ 254 w 4080827"/>
              <a:gd name="connsiteY0" fmla="*/ 29 h 5346659"/>
              <a:gd name="connsiteX1" fmla="*/ 4080560 w 4080827"/>
              <a:gd name="connsiteY1" fmla="*/ 50390 h 5346659"/>
              <a:gd name="connsiteX2" fmla="*/ 4074982 w 4080827"/>
              <a:gd name="connsiteY2" fmla="*/ 5344717 h 5346659"/>
              <a:gd name="connsiteX3" fmla="*/ 1723096 w 4080827"/>
              <a:gd name="connsiteY3" fmla="*/ 5346659 h 5346659"/>
              <a:gd name="connsiteX4" fmla="*/ 6680 w 4080827"/>
              <a:gd name="connsiteY4" fmla="*/ 2898224 h 5346659"/>
              <a:gd name="connsiteX5" fmla="*/ 254 w 4080827"/>
              <a:gd name="connsiteY5" fmla="*/ 29 h 5346659"/>
              <a:gd name="connsiteX0" fmla="*/ 254 w 4080827"/>
              <a:gd name="connsiteY0" fmla="*/ 0 h 5346630"/>
              <a:gd name="connsiteX1" fmla="*/ 4080560 w 4080827"/>
              <a:gd name="connsiteY1" fmla="*/ 16177 h 5346630"/>
              <a:gd name="connsiteX2" fmla="*/ 4074982 w 4080827"/>
              <a:gd name="connsiteY2" fmla="*/ 5344688 h 5346630"/>
              <a:gd name="connsiteX3" fmla="*/ 1723096 w 4080827"/>
              <a:gd name="connsiteY3" fmla="*/ 5346630 h 5346630"/>
              <a:gd name="connsiteX4" fmla="*/ 6680 w 4080827"/>
              <a:gd name="connsiteY4" fmla="*/ 2898195 h 5346630"/>
              <a:gd name="connsiteX5" fmla="*/ 254 w 4080827"/>
              <a:gd name="connsiteY5" fmla="*/ 0 h 5346630"/>
              <a:gd name="connsiteX0" fmla="*/ 254 w 4080827"/>
              <a:gd name="connsiteY0" fmla="*/ 0 h 5332957"/>
              <a:gd name="connsiteX1" fmla="*/ 4080560 w 4080827"/>
              <a:gd name="connsiteY1" fmla="*/ 2504 h 5332957"/>
              <a:gd name="connsiteX2" fmla="*/ 4074982 w 4080827"/>
              <a:gd name="connsiteY2" fmla="*/ 5331015 h 5332957"/>
              <a:gd name="connsiteX3" fmla="*/ 1723096 w 4080827"/>
              <a:gd name="connsiteY3" fmla="*/ 5332957 h 5332957"/>
              <a:gd name="connsiteX4" fmla="*/ 6680 w 4080827"/>
              <a:gd name="connsiteY4" fmla="*/ 2884522 h 5332957"/>
              <a:gd name="connsiteX5" fmla="*/ 254 w 4080827"/>
              <a:gd name="connsiteY5" fmla="*/ 0 h 5332957"/>
              <a:gd name="connsiteX0" fmla="*/ 254 w 4080827"/>
              <a:gd name="connsiteY0" fmla="*/ 8891 h 5330453"/>
              <a:gd name="connsiteX1" fmla="*/ 4080560 w 4080827"/>
              <a:gd name="connsiteY1" fmla="*/ 0 h 5330453"/>
              <a:gd name="connsiteX2" fmla="*/ 4074982 w 4080827"/>
              <a:gd name="connsiteY2" fmla="*/ 5328511 h 5330453"/>
              <a:gd name="connsiteX3" fmla="*/ 1723096 w 4080827"/>
              <a:gd name="connsiteY3" fmla="*/ 5330453 h 5330453"/>
              <a:gd name="connsiteX4" fmla="*/ 6680 w 4080827"/>
              <a:gd name="connsiteY4" fmla="*/ 2882018 h 5330453"/>
              <a:gd name="connsiteX5" fmla="*/ 254 w 4080827"/>
              <a:gd name="connsiteY5" fmla="*/ 8891 h 5330453"/>
              <a:gd name="connsiteX0" fmla="*/ 254 w 4080827"/>
              <a:gd name="connsiteY0" fmla="*/ 0 h 5321562"/>
              <a:gd name="connsiteX1" fmla="*/ 4080560 w 4080827"/>
              <a:gd name="connsiteY1" fmla="*/ 8201 h 5321562"/>
              <a:gd name="connsiteX2" fmla="*/ 4074982 w 4080827"/>
              <a:gd name="connsiteY2" fmla="*/ 5319620 h 5321562"/>
              <a:gd name="connsiteX3" fmla="*/ 1723096 w 4080827"/>
              <a:gd name="connsiteY3" fmla="*/ 5321562 h 5321562"/>
              <a:gd name="connsiteX4" fmla="*/ 6680 w 4080827"/>
              <a:gd name="connsiteY4" fmla="*/ 2873127 h 5321562"/>
              <a:gd name="connsiteX5" fmla="*/ 254 w 4080827"/>
              <a:gd name="connsiteY5" fmla="*/ 0 h 5321562"/>
              <a:gd name="connsiteX0" fmla="*/ 254 w 4076763"/>
              <a:gd name="connsiteY0" fmla="*/ 0 h 5321562"/>
              <a:gd name="connsiteX1" fmla="*/ 4076319 w 4076763"/>
              <a:gd name="connsiteY1" fmla="*/ 8201 h 5321562"/>
              <a:gd name="connsiteX2" fmla="*/ 4074982 w 4076763"/>
              <a:gd name="connsiteY2" fmla="*/ 5319620 h 5321562"/>
              <a:gd name="connsiteX3" fmla="*/ 1723096 w 4076763"/>
              <a:gd name="connsiteY3" fmla="*/ 5321562 h 5321562"/>
              <a:gd name="connsiteX4" fmla="*/ 6680 w 4076763"/>
              <a:gd name="connsiteY4" fmla="*/ 2873127 h 5321562"/>
              <a:gd name="connsiteX5" fmla="*/ 254 w 4076763"/>
              <a:gd name="connsiteY5" fmla="*/ 0 h 5321562"/>
              <a:gd name="connsiteX0" fmla="*/ 254 w 4076763"/>
              <a:gd name="connsiteY0" fmla="*/ 0 h 5321562"/>
              <a:gd name="connsiteX1" fmla="*/ 4076319 w 4076763"/>
              <a:gd name="connsiteY1" fmla="*/ 2504 h 5321562"/>
              <a:gd name="connsiteX2" fmla="*/ 4074982 w 4076763"/>
              <a:gd name="connsiteY2" fmla="*/ 5319620 h 5321562"/>
              <a:gd name="connsiteX3" fmla="*/ 1723096 w 4076763"/>
              <a:gd name="connsiteY3" fmla="*/ 5321562 h 5321562"/>
              <a:gd name="connsiteX4" fmla="*/ 6680 w 4076763"/>
              <a:gd name="connsiteY4" fmla="*/ 2873127 h 5321562"/>
              <a:gd name="connsiteX5" fmla="*/ 254 w 4076763"/>
              <a:gd name="connsiteY5" fmla="*/ 0 h 5321562"/>
              <a:gd name="connsiteX0" fmla="*/ 254 w 4076763"/>
              <a:gd name="connsiteY0" fmla="*/ 0 h 5321562"/>
              <a:gd name="connsiteX1" fmla="*/ 4076319 w 4076763"/>
              <a:gd name="connsiteY1" fmla="*/ 8201 h 5321562"/>
              <a:gd name="connsiteX2" fmla="*/ 4074982 w 4076763"/>
              <a:gd name="connsiteY2" fmla="*/ 5319620 h 5321562"/>
              <a:gd name="connsiteX3" fmla="*/ 1723096 w 4076763"/>
              <a:gd name="connsiteY3" fmla="*/ 5321562 h 5321562"/>
              <a:gd name="connsiteX4" fmla="*/ 6680 w 4076763"/>
              <a:gd name="connsiteY4" fmla="*/ 2873127 h 5321562"/>
              <a:gd name="connsiteX5" fmla="*/ 254 w 4076763"/>
              <a:gd name="connsiteY5" fmla="*/ 0 h 5321562"/>
              <a:gd name="connsiteX0" fmla="*/ 254 w 4074982"/>
              <a:gd name="connsiteY0" fmla="*/ 0 h 5321562"/>
              <a:gd name="connsiteX1" fmla="*/ 4050875 w 4074982"/>
              <a:gd name="connsiteY1" fmla="*/ 207606 h 5321562"/>
              <a:gd name="connsiteX2" fmla="*/ 4074982 w 4074982"/>
              <a:gd name="connsiteY2" fmla="*/ 5319620 h 5321562"/>
              <a:gd name="connsiteX3" fmla="*/ 1723096 w 4074982"/>
              <a:gd name="connsiteY3" fmla="*/ 5321562 h 5321562"/>
              <a:gd name="connsiteX4" fmla="*/ 6680 w 4074982"/>
              <a:gd name="connsiteY4" fmla="*/ 2873127 h 5321562"/>
              <a:gd name="connsiteX5" fmla="*/ 254 w 4074982"/>
              <a:gd name="connsiteY5" fmla="*/ 0 h 5321562"/>
              <a:gd name="connsiteX0" fmla="*/ 254 w 4074982"/>
              <a:gd name="connsiteY0" fmla="*/ 3193 h 5324755"/>
              <a:gd name="connsiteX1" fmla="*/ 4072078 w 4074982"/>
              <a:gd name="connsiteY1" fmla="*/ 0 h 5324755"/>
              <a:gd name="connsiteX2" fmla="*/ 4074982 w 4074982"/>
              <a:gd name="connsiteY2" fmla="*/ 5322813 h 5324755"/>
              <a:gd name="connsiteX3" fmla="*/ 1723096 w 4074982"/>
              <a:gd name="connsiteY3" fmla="*/ 5324755 h 5324755"/>
              <a:gd name="connsiteX4" fmla="*/ 6680 w 4074982"/>
              <a:gd name="connsiteY4" fmla="*/ 2876320 h 5324755"/>
              <a:gd name="connsiteX5" fmla="*/ 254 w 4074982"/>
              <a:gd name="connsiteY5" fmla="*/ 3193 h 5324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4982" h="5324755">
                <a:moveTo>
                  <a:pt x="254" y="3193"/>
                </a:moveTo>
                <a:lnTo>
                  <a:pt x="4072078" y="0"/>
                </a:lnTo>
                <a:cubicBezTo>
                  <a:pt x="4074035" y="1865237"/>
                  <a:pt x="4073025" y="3457576"/>
                  <a:pt x="4074982" y="5322813"/>
                </a:cubicBezTo>
                <a:lnTo>
                  <a:pt x="1723096" y="5324755"/>
                </a:lnTo>
                <a:cubicBezTo>
                  <a:pt x="693982" y="5014623"/>
                  <a:pt x="-3932" y="3729991"/>
                  <a:pt x="6680" y="2876320"/>
                </a:cubicBezTo>
                <a:cubicBezTo>
                  <a:pt x="8672" y="1673057"/>
                  <a:pt x="-1738" y="1206456"/>
                  <a:pt x="254" y="3193"/>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pic>
        <p:nvPicPr>
          <p:cNvPr id="12" name="Picture 11">
            <a:extLst>
              <a:ext uri="{FF2B5EF4-FFF2-40B4-BE49-F238E27FC236}">
                <a16:creationId xmlns:a16="http://schemas.microsoft.com/office/drawing/2014/main" id="{B83753C3-AD71-41CF-A0E3-EDC40D8596D3}"/>
              </a:ext>
            </a:extLst>
          </p:cNvPr>
          <p:cNvPicPr>
            <a:picLocks noChangeAspect="1"/>
          </p:cNvPicPr>
          <p:nvPr/>
        </p:nvPicPr>
        <p:blipFill>
          <a:blip r:embed="rId2"/>
          <a:stretch>
            <a:fillRect/>
          </a:stretch>
        </p:blipFill>
        <p:spPr>
          <a:xfrm>
            <a:off x="695325" y="207631"/>
            <a:ext cx="3204000" cy="472463"/>
          </a:xfrm>
          <a:prstGeom prst="rect">
            <a:avLst/>
          </a:prstGeom>
        </p:spPr>
      </p:pic>
    </p:spTree>
    <p:extLst>
      <p:ext uri="{BB962C8B-B14F-4D97-AF65-F5344CB8AC3E}">
        <p14:creationId xmlns:p14="http://schemas.microsoft.com/office/powerpoint/2010/main" val="2299801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FCAE945A-09D3-4378-ADE3-A0957F511F9F}" type="datetime1">
              <a:rPr lang="en-US" smtClean="0"/>
              <a:t>12/12/2022</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1458120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blank">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90BC4991-5756-43D6-90F1-6ACA1BFBCEBF}" type="datetime1">
              <a:rPr lang="en-US" smtClean="0"/>
              <a:t>12/12/2022</a:t>
            </a:fld>
            <a:endParaRPr/>
          </a:p>
        </p:txBody>
      </p:sp>
      <p:sp>
        <p:nvSpPr>
          <p:cNvPr id="4" name="Slide Number Placeholder 3"/>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864150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5326" y="1052736"/>
            <a:ext cx="10801350" cy="469056"/>
          </a:xfrm>
          <a:prstGeom prst="rect">
            <a:avLst/>
          </a:prstGeom>
        </p:spPr>
        <p:txBody>
          <a:bodyPr vert="horz" lIns="0" tIns="0" rIns="0" bIns="0" rtlCol="0" anchor="ctr">
            <a:normAutofit/>
          </a:bodyPr>
          <a:lstStyle/>
          <a:p>
            <a:r>
              <a:rPr lang="en-US" dirty="0"/>
              <a:t>[Title]</a:t>
            </a:r>
            <a:endParaRPr lang="en-AU" dirty="0"/>
          </a:p>
        </p:txBody>
      </p:sp>
      <p:sp>
        <p:nvSpPr>
          <p:cNvPr id="6" name="Footer Placeholder 4"/>
          <p:cNvSpPr>
            <a:spLocks noGrp="1"/>
          </p:cNvSpPr>
          <p:nvPr>
            <p:ph type="ftr" sz="quarter" idx="3"/>
          </p:nvPr>
        </p:nvSpPr>
        <p:spPr>
          <a:xfrm>
            <a:off x="695326" y="6519171"/>
            <a:ext cx="3360109" cy="240219"/>
          </a:xfrm>
          <a:prstGeom prst="rect">
            <a:avLst/>
          </a:prstGeom>
        </p:spPr>
        <p:txBody>
          <a:bodyPr vert="horz" lIns="0" tIns="0" rIns="0" bIns="0" rtlCol="0" anchor="ctr"/>
          <a:lstStyle>
            <a:lvl1pPr algn="l">
              <a:defRPr sz="800" b="0">
                <a:solidFill>
                  <a:schemeClr val="tx1"/>
                </a:solidFill>
              </a:defRPr>
            </a:lvl1pPr>
          </a:lstStyle>
          <a:p>
            <a:endParaRPr lang="en-US" dirty="0"/>
          </a:p>
        </p:txBody>
      </p:sp>
      <p:sp>
        <p:nvSpPr>
          <p:cNvPr id="7" name="Slide Number Placeholder 5"/>
          <p:cNvSpPr>
            <a:spLocks noGrp="1"/>
          </p:cNvSpPr>
          <p:nvPr>
            <p:ph type="sldNum" sz="quarter" idx="4"/>
          </p:nvPr>
        </p:nvSpPr>
        <p:spPr>
          <a:xfrm>
            <a:off x="11208568" y="6519171"/>
            <a:ext cx="288032" cy="240219"/>
          </a:xfrm>
          <a:prstGeom prst="rect">
            <a:avLst/>
          </a:prstGeom>
        </p:spPr>
        <p:txBody>
          <a:bodyPr vert="horz" lIns="0" tIns="0" rIns="0" bIns="0" rtlCol="0" anchor="ctr"/>
          <a:lstStyle>
            <a:lvl1pPr algn="r">
              <a:defRPr sz="800">
                <a:solidFill>
                  <a:schemeClr val="tx1"/>
                </a:solidFill>
              </a:defRPr>
            </a:lvl1pPr>
          </a:lstStyle>
          <a:p>
            <a:fld id="{E31375A4-56A4-47D6-9801-1991572033F7}" type="slidenum">
              <a:rPr lang="en-US" smtClean="0"/>
              <a:pPr/>
              <a:t>‹#›</a:t>
            </a:fld>
            <a:endParaRPr lang="en-US"/>
          </a:p>
        </p:txBody>
      </p:sp>
      <p:sp>
        <p:nvSpPr>
          <p:cNvPr id="4" name="Text Placeholder 3">
            <a:extLst>
              <a:ext uri="{FF2B5EF4-FFF2-40B4-BE49-F238E27FC236}">
                <a16:creationId xmlns:a16="http://schemas.microsoft.com/office/drawing/2014/main" id="{BDF8D2AE-3583-4708-BD46-43C743300E11}"/>
              </a:ext>
            </a:extLst>
          </p:cNvPr>
          <p:cNvSpPr>
            <a:spLocks noGrp="1"/>
          </p:cNvSpPr>
          <p:nvPr>
            <p:ph type="body" idx="1"/>
          </p:nvPr>
        </p:nvSpPr>
        <p:spPr>
          <a:xfrm>
            <a:off x="695326" y="1700213"/>
            <a:ext cx="10801349" cy="460851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3BDB83A3-A276-43C3-9F27-2B380C4149A9}"/>
              </a:ext>
            </a:extLst>
          </p:cNvPr>
          <p:cNvSpPr>
            <a:spLocks noGrp="1"/>
          </p:cNvSpPr>
          <p:nvPr>
            <p:ph type="dt" sz="half" idx="2"/>
          </p:nvPr>
        </p:nvSpPr>
        <p:spPr>
          <a:xfrm>
            <a:off x="695324" y="151134"/>
            <a:ext cx="3360109" cy="288000"/>
          </a:xfrm>
          <a:prstGeom prst="rect">
            <a:avLst/>
          </a:prstGeom>
        </p:spPr>
        <p:txBody>
          <a:bodyPr vert="horz" lIns="0" tIns="0" rIns="0" bIns="0" rtlCol="0" anchor="t"/>
          <a:lstStyle>
            <a:lvl1pPr algn="l">
              <a:lnSpc>
                <a:spcPct val="80000"/>
              </a:lnSpc>
              <a:defRPr sz="1000">
                <a:solidFill>
                  <a:schemeClr val="bg1"/>
                </a:solidFill>
              </a:defRPr>
            </a:lvl1pPr>
          </a:lstStyle>
          <a:p>
            <a:fld id="{BC5A9ADC-483E-47B7-9DA7-A977A1639773}" type="datetime1">
              <a:rPr lang="en-US" smtClean="0"/>
              <a:t>12/12/2022</a:t>
            </a:fld>
            <a:endParaRPr lang="en-US" dirty="0"/>
          </a:p>
        </p:txBody>
      </p:sp>
    </p:spTree>
    <p:extLst>
      <p:ext uri="{BB962C8B-B14F-4D97-AF65-F5344CB8AC3E}">
        <p14:creationId xmlns:p14="http://schemas.microsoft.com/office/powerpoint/2010/main" val="18572028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9" r:id="rId38"/>
    <p:sldLayoutId id="2147483700" r:id="rId3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400" b="0"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dirty="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438">
          <p15:clr>
            <a:srgbClr val="F26B43"/>
          </p15:clr>
        </p15:guide>
        <p15:guide id="6" orient="horz" pos="3974">
          <p15:clr>
            <a:srgbClr val="F26B43"/>
          </p15:clr>
        </p15:guide>
        <p15:guide id="7" orient="horz" pos="663">
          <p15:clr>
            <a:srgbClr val="F26B43"/>
          </p15:clr>
        </p15:guide>
        <p15:guide id="9" pos="3961">
          <p15:clr>
            <a:srgbClr val="F26B43"/>
          </p15:clr>
        </p15:guide>
        <p15:guide id="10" pos="3719">
          <p15:clr>
            <a:srgbClr val="F26B43"/>
          </p15:clr>
        </p15:guide>
        <p15:guide id="11" orient="horz" pos="4110">
          <p15:clr>
            <a:srgbClr val="F26B43"/>
          </p15:clr>
        </p15:guide>
        <p15:guide id="13" pos="7242">
          <p15:clr>
            <a:srgbClr val="F26B43"/>
          </p15:clr>
        </p15:guide>
        <p15:guide id="14" orient="horz" pos="981">
          <p15:clr>
            <a:srgbClr val="F26B43"/>
          </p15:clr>
        </p15:guide>
        <p15:guide id="15" pos="2772">
          <p15:clr>
            <a:srgbClr val="F26B43"/>
          </p15:clr>
        </p15:guide>
        <p15:guide id="16" pos="2570">
          <p15:clr>
            <a:srgbClr val="F26B43"/>
          </p15:clr>
        </p15:guide>
        <p15:guide id="17" pos="5110">
          <p15:clr>
            <a:srgbClr val="F26B43"/>
          </p15:clr>
        </p15:guide>
        <p15:guide id="18" pos="4908">
          <p15:clr>
            <a:srgbClr val="F26B43"/>
          </p15:clr>
        </p15:guide>
        <p15:guide id="19" orient="horz" pos="107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9.xml"/><Relationship Id="rId5" Type="http://schemas.openxmlformats.org/officeDocument/2006/relationships/image" Target="../media/image9.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3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39.xml"/></Relationships>
</file>

<file path=ppt/slides/_rels/slide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38.xml"/><Relationship Id="rId5" Type="http://schemas.openxmlformats.org/officeDocument/2006/relationships/image" Target="../media/image15.jpg"/><Relationship Id="rId4" Type="http://schemas.openxmlformats.org/officeDocument/2006/relationships/image" Target="../media/image14.jpg"/></Relationships>
</file>

<file path=ppt/slides/_rels/slide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webp"/><Relationship Id="rId1" Type="http://schemas.openxmlformats.org/officeDocument/2006/relationships/slideLayout" Target="../slideLayouts/slideLayout38.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8.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8.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8.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8.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8.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8.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8.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8.xml"/></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8.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38.xml"/><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8.xml"/></Relationships>
</file>

<file path=ppt/slides/_rels/slide21.xml.rels><?xml version="1.0" encoding="UTF-8" standalone="yes"?>
<Relationships xmlns="http://schemas.openxmlformats.org/package/2006/relationships"><Relationship Id="rId2" Type="http://schemas.openxmlformats.org/officeDocument/2006/relationships/hyperlink" Target="https://t.co/nONQyzScdJ" TargetMode="External"/><Relationship Id="rId1" Type="http://schemas.openxmlformats.org/officeDocument/2006/relationships/slideLayout" Target="../slideLayouts/slideLayout38.xml"/></Relationships>
</file>

<file path=ppt/slides/_rels/slide22.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38.xml"/></Relationships>
</file>

<file path=ppt/slides/_rels/slide23.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jpeg"/><Relationship Id="rId1" Type="http://schemas.openxmlformats.org/officeDocument/2006/relationships/slideLayout" Target="../slideLayouts/slideLayout3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5.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38.xml"/></Relationships>
</file>

<file path=ppt/slides/_rels/slide26.xml.rels><?xml version="1.0" encoding="UTF-8" standalone="yes"?>
<Relationships xmlns="http://schemas.openxmlformats.org/package/2006/relationships"><Relationship Id="rId3" Type="http://schemas.openxmlformats.org/officeDocument/2006/relationships/hyperlink" Target="https://cran.r-project.org/package=sjPlot" TargetMode="External"/><Relationship Id="rId2" Type="http://schemas.openxmlformats.org/officeDocument/2006/relationships/hyperlink" Target="https://www.r-project.org/" TargetMode="External"/><Relationship Id="rId1" Type="http://schemas.openxmlformats.org/officeDocument/2006/relationships/slideLayout" Target="../slideLayouts/slideLayout38.xml"/><Relationship Id="rId4" Type="http://schemas.openxmlformats.org/officeDocument/2006/relationships/image" Target="../media/image38.jpeg"/></Relationships>
</file>

<file path=ppt/slides/_rels/slide27.xml.rels><?xml version="1.0" encoding="UTF-8" standalone="yes"?>
<Relationships xmlns="http://schemas.openxmlformats.org/package/2006/relationships"><Relationship Id="rId3" Type="http://schemas.openxmlformats.org/officeDocument/2006/relationships/hyperlink" Target="mailto:m.schweinberger@uq.edu.au" TargetMode="External"/><Relationship Id="rId2" Type="http://schemas.openxmlformats.org/officeDocument/2006/relationships/image" Target="../media/image39.png"/><Relationship Id="rId1" Type="http://schemas.openxmlformats.org/officeDocument/2006/relationships/slideLayout" Target="../slideLayouts/slideLayout38.xml"/><Relationship Id="rId4" Type="http://schemas.openxmlformats.org/officeDocument/2006/relationships/hyperlink" Target="mailto:martin.schweinberger@uit.no"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9.xml"/><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7ABF80F-8C64-F82F-D737-9E16044513C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80176" y="5733599"/>
            <a:ext cx="2021565" cy="1007624"/>
          </a:xfrm>
          <a:prstGeom prst="rect">
            <a:avLst/>
          </a:prstGeom>
        </p:spPr>
      </p:pic>
      <p:pic>
        <p:nvPicPr>
          <p:cNvPr id="6" name="Picture 5">
            <a:extLst>
              <a:ext uri="{FF2B5EF4-FFF2-40B4-BE49-F238E27FC236}">
                <a16:creationId xmlns:a16="http://schemas.microsoft.com/office/drawing/2014/main" id="{98A55531-7E6F-DF44-48F6-4535A9D47E5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987" y="5582725"/>
            <a:ext cx="3178126" cy="1224136"/>
          </a:xfrm>
          <a:prstGeom prst="rect">
            <a:avLst/>
          </a:prstGeom>
        </p:spPr>
      </p:pic>
      <p:sp>
        <p:nvSpPr>
          <p:cNvPr id="2" name="Title 1">
            <a:extLst>
              <a:ext uri="{FF2B5EF4-FFF2-40B4-BE49-F238E27FC236}">
                <a16:creationId xmlns:a16="http://schemas.microsoft.com/office/drawing/2014/main" id="{D47DBDC5-F65A-569C-58BD-4925BB36F431}"/>
              </a:ext>
            </a:extLst>
          </p:cNvPr>
          <p:cNvSpPr txBox="1">
            <a:spLocks/>
          </p:cNvSpPr>
          <p:nvPr/>
        </p:nvSpPr>
        <p:spPr>
          <a:xfrm>
            <a:off x="911424" y="1353259"/>
            <a:ext cx="10369152" cy="4326706"/>
          </a:xfrm>
          <a:prstGeom prst="rect">
            <a:avLst/>
          </a:prstGeom>
        </p:spPr>
        <p:txBody>
          <a:bodyPr>
            <a:noAutofit/>
          </a:bodyPr>
          <a:lstStyle>
            <a:lvl1pPr algn="l" defTabSz="914400" rtl="0" eaLnBrk="1" latinLnBrk="0" hangingPunct="1">
              <a:lnSpc>
                <a:spcPct val="90000"/>
              </a:lnSpc>
              <a:spcBef>
                <a:spcPct val="0"/>
              </a:spcBef>
              <a:buNone/>
              <a:defRPr sz="3400" b="0" kern="1200">
                <a:solidFill>
                  <a:schemeClr val="accent1"/>
                </a:solidFill>
                <a:latin typeface="+mj-lt"/>
                <a:ea typeface="+mj-ea"/>
                <a:cs typeface="+mj-cs"/>
              </a:defRPr>
            </a:lvl1pPr>
          </a:lstStyle>
          <a:p>
            <a:pPr algn="ctr"/>
            <a:r>
              <a:rPr lang="en-AU" sz="4000" b="1" dirty="0">
                <a:solidFill>
                  <a:srgbClr val="004E9F"/>
                </a:solidFill>
              </a:rPr>
              <a:t>F%$# Twitter</a:t>
            </a:r>
          </a:p>
          <a:p>
            <a:pPr algn="ctr"/>
            <a:r>
              <a:rPr lang="en-AU" sz="4000" b="1" dirty="0">
                <a:solidFill>
                  <a:srgbClr val="004E9F"/>
                </a:solidFill>
              </a:rPr>
              <a:t>A corpus-based analysis of vulgar language on Twitter</a:t>
            </a:r>
            <a:endParaRPr lang="en-AU" sz="2000" b="1" dirty="0">
              <a:solidFill>
                <a:srgbClr val="004E9F"/>
              </a:solidFill>
            </a:endParaRPr>
          </a:p>
          <a:p>
            <a:pPr algn="ctr"/>
            <a:br>
              <a:rPr lang="en-AU" sz="3200" dirty="0"/>
            </a:br>
            <a:r>
              <a:rPr lang="en-AU" sz="3200" dirty="0">
                <a:solidFill>
                  <a:srgbClr val="909085"/>
                </a:solidFill>
              </a:rPr>
              <a:t>Assoc. Prof. Dr. Martin Schweinberger</a:t>
            </a:r>
          </a:p>
          <a:p>
            <a:pPr algn="ctr"/>
            <a:br>
              <a:rPr lang="en-AU" sz="2000" dirty="0">
                <a:solidFill>
                  <a:schemeClr val="tx1"/>
                </a:solidFill>
              </a:rPr>
            </a:br>
            <a:r>
              <a:rPr lang="de-DE" sz="2000" dirty="0">
                <a:solidFill>
                  <a:srgbClr val="FCBA00"/>
                </a:solidFill>
              </a:rPr>
              <a:t>University of Queensland | Arctic University of Norway, Troms</a:t>
            </a:r>
            <a:r>
              <a:rPr lang="nb-NO" sz="2000" dirty="0">
                <a:solidFill>
                  <a:srgbClr val="FCBA00"/>
                </a:solidFill>
              </a:rPr>
              <a:t>ø</a:t>
            </a:r>
            <a:endParaRPr lang="en-US" sz="3200" dirty="0">
              <a:solidFill>
                <a:srgbClr val="FCBA00"/>
              </a:solidFill>
            </a:endParaRPr>
          </a:p>
        </p:txBody>
      </p:sp>
      <p:pic>
        <p:nvPicPr>
          <p:cNvPr id="8" name="Picture 7">
            <a:extLst>
              <a:ext uri="{FF2B5EF4-FFF2-40B4-BE49-F238E27FC236}">
                <a16:creationId xmlns:a16="http://schemas.microsoft.com/office/drawing/2014/main" id="{E09DBDDA-D30A-137B-8C77-B050DFE265F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71185" y="5678583"/>
            <a:ext cx="2905904" cy="1117655"/>
          </a:xfrm>
          <a:prstGeom prst="rect">
            <a:avLst/>
          </a:prstGeom>
        </p:spPr>
      </p:pic>
      <p:pic>
        <p:nvPicPr>
          <p:cNvPr id="3" name="Picture 2">
            <a:extLst>
              <a:ext uri="{FF2B5EF4-FFF2-40B4-BE49-F238E27FC236}">
                <a16:creationId xmlns:a16="http://schemas.microsoft.com/office/drawing/2014/main" id="{2503DE75-8EC2-671A-A22E-A6E43D38197A}"/>
              </a:ext>
            </a:extLst>
          </p:cNvPr>
          <p:cNvPicPr>
            <a:picLocks noChangeAspect="1"/>
          </p:cNvPicPr>
          <p:nvPr/>
        </p:nvPicPr>
        <p:blipFill>
          <a:blip r:embed="rId5"/>
          <a:stretch>
            <a:fillRect/>
          </a:stretch>
        </p:blipFill>
        <p:spPr>
          <a:xfrm>
            <a:off x="10512009" y="5799237"/>
            <a:ext cx="1395066" cy="876348"/>
          </a:xfrm>
          <a:prstGeom prst="rect">
            <a:avLst/>
          </a:prstGeom>
        </p:spPr>
      </p:pic>
      <p:sp>
        <p:nvSpPr>
          <p:cNvPr id="5" name="Slide Number Placeholder 4">
            <a:extLst>
              <a:ext uri="{FF2B5EF4-FFF2-40B4-BE49-F238E27FC236}">
                <a16:creationId xmlns:a16="http://schemas.microsoft.com/office/drawing/2014/main" id="{8AE0DE2D-2597-4026-AA72-7BFFF9406D8D}"/>
              </a:ext>
            </a:extLst>
          </p:cNvPr>
          <p:cNvSpPr>
            <a:spLocks noGrp="1"/>
          </p:cNvSpPr>
          <p:nvPr>
            <p:ph type="sldNum" sz="quarter" idx="12"/>
          </p:nvPr>
        </p:nvSpPr>
        <p:spPr/>
        <p:txBody>
          <a:bodyPr/>
          <a:lstStyle/>
          <a:p>
            <a:fld id="{E31375A4-56A4-47D6-9801-1991572033F7}" type="slidenum">
              <a:rPr lang="en-AU" smtClean="0"/>
              <a:t>1</a:t>
            </a:fld>
            <a:endParaRPr lang="en-AU"/>
          </a:p>
        </p:txBody>
      </p:sp>
    </p:spTree>
    <p:extLst>
      <p:ext uri="{BB962C8B-B14F-4D97-AF65-F5344CB8AC3E}">
        <p14:creationId xmlns:p14="http://schemas.microsoft.com/office/powerpoint/2010/main" val="3376715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p:txBody>
          <a:bodyPr/>
          <a:lstStyle/>
          <a:p>
            <a:r>
              <a:rPr lang="de-DE" dirty="0">
                <a:solidFill>
                  <a:srgbClr val="004E9F"/>
                </a:solidFill>
              </a:rPr>
              <a:t>Background and Motivation</a:t>
            </a:r>
            <a:endParaRPr lang="en-AU" dirty="0">
              <a:solidFill>
                <a:srgbClr val="004E9F"/>
              </a:solidFill>
            </a:endParaRPr>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p:txBody>
          <a:bodyPr>
            <a:normAutofit lnSpcReduction="10000"/>
          </a:bodyPr>
          <a:lstStyle/>
          <a:p>
            <a:pPr indent="-540000"/>
            <a:endParaRPr lang="en-AU" dirty="0"/>
          </a:p>
          <a:p>
            <a:pPr indent="-540000"/>
            <a:endParaRPr lang="en-AU" dirty="0"/>
          </a:p>
          <a:p>
            <a:pPr indent="-540000"/>
            <a:endParaRPr lang="en-AU" dirty="0"/>
          </a:p>
          <a:p>
            <a:pPr indent="-540000"/>
            <a:endParaRPr lang="en-AU" dirty="0"/>
          </a:p>
          <a:p>
            <a:pPr indent="-540000"/>
            <a:endParaRPr lang="en-AU" dirty="0"/>
          </a:p>
          <a:p>
            <a:pPr indent="-540000"/>
            <a:endParaRPr lang="en-AU" dirty="0"/>
          </a:p>
          <a:p>
            <a:pPr indent="-540000"/>
            <a:endParaRPr lang="en-AU" dirty="0"/>
          </a:p>
          <a:p>
            <a:pPr indent="-540000"/>
            <a:endParaRPr lang="en-AU" dirty="0"/>
          </a:p>
          <a:p>
            <a:pPr indent="-540000"/>
            <a:endParaRPr lang="en-AU" dirty="0"/>
          </a:p>
          <a:p>
            <a:pPr indent="-540000"/>
            <a:endParaRPr lang="en-AU" dirty="0"/>
          </a:p>
          <a:p>
            <a:pPr indent="-540000">
              <a:buFont typeface="Arial" panose="020B0604020202020204" pitchFamily="34" charset="0"/>
              <a:buChar char="•"/>
            </a:pPr>
            <a:r>
              <a:rPr lang="en-AU" dirty="0"/>
              <a:t>first findings from a collaborative research project under my  lead (</a:t>
            </a:r>
            <a:r>
              <a:rPr lang="en-AU" i="1" dirty="0"/>
              <a:t>Fucking Twitter</a:t>
            </a:r>
            <a:r>
              <a:rPr lang="en-AU" dirty="0"/>
              <a:t>) </a:t>
            </a:r>
          </a:p>
          <a:p>
            <a:pPr indent="-540000">
              <a:buFont typeface="Arial" panose="020B0604020202020204" pitchFamily="34" charset="0"/>
              <a:buChar char="•"/>
            </a:pPr>
            <a:r>
              <a:rPr lang="en-AU" dirty="0"/>
              <a:t>collaboration: University of Queensland, the Australian Digital Observatory, &amp; FIN-CLARIAH</a:t>
            </a:r>
          </a:p>
          <a:p>
            <a:pPr indent="-540000">
              <a:buFont typeface="Arial" panose="020B0604020202020204" pitchFamily="34" charset="0"/>
              <a:buChar char="•"/>
            </a:pPr>
            <a:r>
              <a:rPr lang="en-AU" dirty="0" err="1"/>
              <a:t>forthc</a:t>
            </a:r>
            <a:r>
              <a:rPr lang="en-AU" dirty="0"/>
              <a:t>. in </a:t>
            </a:r>
            <a:r>
              <a:rPr lang="en-AU" i="1" dirty="0"/>
              <a:t>Big Data &amp; Society </a:t>
            </a:r>
            <a:r>
              <a:rPr lang="en-AU" dirty="0"/>
              <a:t>early next year</a:t>
            </a:r>
          </a:p>
        </p:txBody>
      </p:sp>
      <p:sp>
        <p:nvSpPr>
          <p:cNvPr id="6" name="TextBox 5">
            <a:extLst>
              <a:ext uri="{FF2B5EF4-FFF2-40B4-BE49-F238E27FC236}">
                <a16:creationId xmlns:a16="http://schemas.microsoft.com/office/drawing/2014/main" id="{264152B1-990C-DF38-0919-73D6DA7B18D8}"/>
              </a:ext>
            </a:extLst>
          </p:cNvPr>
          <p:cNvSpPr txBox="1"/>
          <p:nvPr/>
        </p:nvSpPr>
        <p:spPr>
          <a:xfrm>
            <a:off x="718325" y="2044005"/>
            <a:ext cx="10801350" cy="2769989"/>
          </a:xfrm>
          <a:prstGeom prst="rect">
            <a:avLst/>
          </a:prstGeom>
          <a:noFill/>
          <a:ln w="50800">
            <a:solidFill>
              <a:srgbClr val="FCBA00"/>
            </a:solidFill>
          </a:ln>
        </p:spPr>
        <p:txBody>
          <a:bodyPr wrap="square" rtlCol="0">
            <a:spAutoFit/>
          </a:bodyPr>
          <a:lstStyle/>
          <a:p>
            <a:pPr algn="ctr">
              <a:spcBef>
                <a:spcPts val="600"/>
              </a:spcBef>
              <a:spcAft>
                <a:spcPts val="600"/>
              </a:spcAft>
            </a:pPr>
            <a:endParaRPr lang="en-AU" sz="2400" dirty="0"/>
          </a:p>
          <a:p>
            <a:pPr algn="ctr">
              <a:spcBef>
                <a:spcPts val="600"/>
              </a:spcBef>
              <a:spcAft>
                <a:spcPts val="600"/>
              </a:spcAft>
            </a:pPr>
            <a:r>
              <a:rPr lang="en-AU" sz="2400" dirty="0"/>
              <a:t>Why talk about vulgarity? </a:t>
            </a:r>
            <a:r>
              <a:rPr lang="en-AU" sz="1300" dirty="0">
                <a:solidFill>
                  <a:schemeClr val="bg1">
                    <a:lumMod val="50000"/>
                  </a:schemeClr>
                </a:solidFill>
              </a:rPr>
              <a:t>(and not learner speech)</a:t>
            </a:r>
            <a:endParaRPr lang="en-AU" sz="2400" dirty="0"/>
          </a:p>
          <a:p>
            <a:pPr algn="ctr">
              <a:spcBef>
                <a:spcPts val="600"/>
              </a:spcBef>
              <a:spcAft>
                <a:spcPts val="600"/>
              </a:spcAft>
            </a:pPr>
            <a:r>
              <a:rPr lang="en-AU" sz="2400" dirty="0"/>
              <a:t>Vulgarity is a </a:t>
            </a:r>
            <a:r>
              <a:rPr lang="en-AU" sz="2400" b="1" dirty="0"/>
              <a:t>powerful linguistic tool </a:t>
            </a:r>
            <a:r>
              <a:rPr lang="en-AU" sz="2400" dirty="0"/>
              <a:t>and its analysis is relevant for several social domains and various contemporary discussions around </a:t>
            </a:r>
            <a:r>
              <a:rPr lang="en-AU" sz="2400" b="1" dirty="0"/>
              <a:t>hate speech, power relations, social change, and democratization.</a:t>
            </a:r>
          </a:p>
          <a:p>
            <a:pPr algn="ctr">
              <a:spcBef>
                <a:spcPts val="600"/>
              </a:spcBef>
              <a:spcAft>
                <a:spcPts val="600"/>
              </a:spcAft>
            </a:pPr>
            <a:endParaRPr lang="en-AU" sz="2400" dirty="0"/>
          </a:p>
        </p:txBody>
      </p:sp>
      <p:pic>
        <p:nvPicPr>
          <p:cNvPr id="5" name="Picture 4">
            <a:extLst>
              <a:ext uri="{FF2B5EF4-FFF2-40B4-BE49-F238E27FC236}">
                <a16:creationId xmlns:a16="http://schemas.microsoft.com/office/drawing/2014/main" id="{767B9C68-E9C3-BBC1-7E5B-748843404A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08368" y="171673"/>
            <a:ext cx="2590800" cy="1762125"/>
          </a:xfrm>
          <a:prstGeom prst="rect">
            <a:avLst/>
          </a:prstGeom>
        </p:spPr>
      </p:pic>
      <p:sp>
        <p:nvSpPr>
          <p:cNvPr id="4" name="Slide Number Placeholder 3">
            <a:extLst>
              <a:ext uri="{FF2B5EF4-FFF2-40B4-BE49-F238E27FC236}">
                <a16:creationId xmlns:a16="http://schemas.microsoft.com/office/drawing/2014/main" id="{CA71CFED-ED4A-437B-AD6F-DF05E102B56B}"/>
              </a:ext>
            </a:extLst>
          </p:cNvPr>
          <p:cNvSpPr>
            <a:spLocks noGrp="1"/>
          </p:cNvSpPr>
          <p:nvPr>
            <p:ph type="sldNum" sz="quarter" idx="12"/>
          </p:nvPr>
        </p:nvSpPr>
        <p:spPr/>
        <p:txBody>
          <a:bodyPr/>
          <a:lstStyle/>
          <a:p>
            <a:fld id="{E31375A4-56A4-47D6-9801-1991572033F7}" type="slidenum">
              <a:rPr lang="en-AU" smtClean="0"/>
              <a:t>2</a:t>
            </a:fld>
            <a:endParaRPr lang="en-AU"/>
          </a:p>
        </p:txBody>
      </p:sp>
    </p:spTree>
    <p:extLst>
      <p:ext uri="{BB962C8B-B14F-4D97-AF65-F5344CB8AC3E}">
        <p14:creationId xmlns:p14="http://schemas.microsoft.com/office/powerpoint/2010/main" val="2715450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p:txBody>
          <a:bodyPr/>
          <a:lstStyle/>
          <a:p>
            <a:r>
              <a:rPr lang="de-DE" dirty="0" err="1">
                <a:solidFill>
                  <a:srgbClr val="004E9F"/>
                </a:solidFill>
              </a:rPr>
              <a:t>Aims</a:t>
            </a:r>
            <a:r>
              <a:rPr lang="de-DE" dirty="0">
                <a:solidFill>
                  <a:srgbClr val="004E9F"/>
                </a:solidFill>
              </a:rPr>
              <a:t> of the </a:t>
            </a:r>
            <a:r>
              <a:rPr lang="de-DE" dirty="0" err="1">
                <a:solidFill>
                  <a:srgbClr val="004E9F"/>
                </a:solidFill>
              </a:rPr>
              <a:t>talk</a:t>
            </a:r>
            <a:endParaRPr lang="en-AU" dirty="0">
              <a:solidFill>
                <a:srgbClr val="004E9F"/>
              </a:solidFill>
            </a:endParaRPr>
          </a:p>
        </p:txBody>
      </p:sp>
      <p:sp>
        <p:nvSpPr>
          <p:cNvPr id="6" name="TextBox 5">
            <a:extLst>
              <a:ext uri="{FF2B5EF4-FFF2-40B4-BE49-F238E27FC236}">
                <a16:creationId xmlns:a16="http://schemas.microsoft.com/office/drawing/2014/main" id="{264152B1-990C-DF38-0919-73D6DA7B18D8}"/>
              </a:ext>
            </a:extLst>
          </p:cNvPr>
          <p:cNvSpPr txBox="1"/>
          <p:nvPr/>
        </p:nvSpPr>
        <p:spPr>
          <a:xfrm>
            <a:off x="678594" y="1988840"/>
            <a:ext cx="10801350" cy="3447098"/>
          </a:xfrm>
          <a:prstGeom prst="rect">
            <a:avLst/>
          </a:prstGeom>
          <a:noFill/>
          <a:ln w="50800">
            <a:solidFill>
              <a:srgbClr val="FCBA00"/>
            </a:solidFill>
          </a:ln>
        </p:spPr>
        <p:txBody>
          <a:bodyPr wrap="square" rtlCol="0">
            <a:spAutoFit/>
          </a:bodyPr>
          <a:lstStyle/>
          <a:p>
            <a:pPr algn="ctr">
              <a:spcBef>
                <a:spcPts val="600"/>
              </a:spcBef>
              <a:spcAft>
                <a:spcPts val="600"/>
              </a:spcAft>
            </a:pPr>
            <a:endParaRPr lang="en-AU" sz="2400" dirty="0"/>
          </a:p>
          <a:p>
            <a:pPr algn="ctr">
              <a:spcBef>
                <a:spcPts val="600"/>
              </a:spcBef>
              <a:spcAft>
                <a:spcPts val="600"/>
              </a:spcAft>
            </a:pPr>
            <a:r>
              <a:rPr lang="en-AU" sz="2400" dirty="0"/>
              <a:t>In this talk I want to show that …</a:t>
            </a:r>
          </a:p>
          <a:p>
            <a:pPr marL="342900" indent="-342900">
              <a:spcBef>
                <a:spcPts val="600"/>
              </a:spcBef>
              <a:spcAft>
                <a:spcPts val="600"/>
              </a:spcAft>
              <a:buFont typeface="Arial" panose="020B0604020202020204" pitchFamily="34" charset="0"/>
              <a:buChar char="•"/>
            </a:pPr>
            <a:r>
              <a:rPr lang="en-AU" sz="2400" dirty="0"/>
              <a:t>vulgarity is an extremely interesting phenomenon </a:t>
            </a:r>
          </a:p>
          <a:p>
            <a:pPr marL="342900" indent="-342900">
              <a:spcBef>
                <a:spcPts val="600"/>
              </a:spcBef>
              <a:spcAft>
                <a:spcPts val="600"/>
              </a:spcAft>
              <a:buFont typeface="Arial" panose="020B0604020202020204" pitchFamily="34" charset="0"/>
              <a:buChar char="•"/>
            </a:pPr>
            <a:r>
              <a:rPr lang="en-AU" sz="2400" dirty="0"/>
              <a:t>vulgarity is complex and versatile, and well-worthy of scholarly attention</a:t>
            </a:r>
          </a:p>
          <a:p>
            <a:pPr marL="342900" indent="-342900">
              <a:spcBef>
                <a:spcPts val="600"/>
              </a:spcBef>
              <a:spcAft>
                <a:spcPts val="600"/>
              </a:spcAft>
              <a:buFont typeface="Arial" panose="020B0604020202020204" pitchFamily="34" charset="0"/>
              <a:buChar char="•"/>
            </a:pPr>
            <a:r>
              <a:rPr lang="en-AU" sz="2400" dirty="0"/>
              <a:t>combining computational data science with quantitative corpus linguistics can inform our understanding of discourse on social media</a:t>
            </a:r>
          </a:p>
          <a:p>
            <a:pPr algn="ctr">
              <a:spcBef>
                <a:spcPts val="600"/>
              </a:spcBef>
              <a:spcAft>
                <a:spcPts val="600"/>
              </a:spcAft>
            </a:pPr>
            <a:endParaRPr lang="en-AU" sz="2400" dirty="0"/>
          </a:p>
        </p:txBody>
      </p:sp>
      <p:sp>
        <p:nvSpPr>
          <p:cNvPr id="3" name="Slide Number Placeholder 2">
            <a:extLst>
              <a:ext uri="{FF2B5EF4-FFF2-40B4-BE49-F238E27FC236}">
                <a16:creationId xmlns:a16="http://schemas.microsoft.com/office/drawing/2014/main" id="{351FDB6E-D49A-452F-9647-1F43B027A920}"/>
              </a:ext>
            </a:extLst>
          </p:cNvPr>
          <p:cNvSpPr>
            <a:spLocks noGrp="1"/>
          </p:cNvSpPr>
          <p:nvPr>
            <p:ph type="sldNum" sz="quarter" idx="12"/>
          </p:nvPr>
        </p:nvSpPr>
        <p:spPr/>
        <p:txBody>
          <a:bodyPr/>
          <a:lstStyle/>
          <a:p>
            <a:fld id="{E31375A4-56A4-47D6-9801-1991572033F7}" type="slidenum">
              <a:rPr lang="en-AU" smtClean="0"/>
              <a:t>3</a:t>
            </a:fld>
            <a:endParaRPr lang="en-AU"/>
          </a:p>
        </p:txBody>
      </p:sp>
    </p:spTree>
    <p:extLst>
      <p:ext uri="{BB962C8B-B14F-4D97-AF65-F5344CB8AC3E}">
        <p14:creationId xmlns:p14="http://schemas.microsoft.com/office/powerpoint/2010/main" val="3125093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DBDC5-F65A-569C-58BD-4925BB36F431}"/>
              </a:ext>
            </a:extLst>
          </p:cNvPr>
          <p:cNvSpPr txBox="1">
            <a:spLocks/>
          </p:cNvSpPr>
          <p:nvPr/>
        </p:nvSpPr>
        <p:spPr>
          <a:xfrm>
            <a:off x="839416" y="1104022"/>
            <a:ext cx="10801200" cy="5493330"/>
          </a:xfrm>
          <a:prstGeom prst="rect">
            <a:avLst/>
          </a:prstGeom>
        </p:spPr>
        <p:txBody>
          <a:bodyPr>
            <a:noAutofit/>
          </a:bodyPr>
          <a:lstStyle>
            <a:lvl1pPr algn="l" defTabSz="914400" rtl="0" eaLnBrk="1" latinLnBrk="0" hangingPunct="1">
              <a:lnSpc>
                <a:spcPct val="90000"/>
              </a:lnSpc>
              <a:spcBef>
                <a:spcPct val="0"/>
              </a:spcBef>
              <a:buNone/>
              <a:defRPr sz="3400" b="0" kern="1200">
                <a:solidFill>
                  <a:schemeClr val="accent1"/>
                </a:solidFill>
                <a:latin typeface="+mj-lt"/>
                <a:ea typeface="+mj-ea"/>
                <a:cs typeface="+mj-cs"/>
              </a:defRPr>
            </a:lvl1pPr>
          </a:lstStyle>
          <a:p>
            <a:pPr algn="ctr"/>
            <a:r>
              <a:rPr lang="en-AU" sz="4000" b="1" dirty="0">
                <a:solidFill>
                  <a:srgbClr val="004E9F"/>
                </a:solidFill>
              </a:rPr>
              <a:t>F%$# Twitter</a:t>
            </a:r>
          </a:p>
          <a:p>
            <a:pPr algn="ctr"/>
            <a:r>
              <a:rPr lang="en-AU" sz="4000" b="1" dirty="0">
                <a:solidFill>
                  <a:srgbClr val="004E9F"/>
                </a:solidFill>
              </a:rPr>
              <a:t>A corpus-based analysis of vulgar language on Twitter</a:t>
            </a:r>
          </a:p>
          <a:p>
            <a:pPr algn="ctr"/>
            <a:endParaRPr lang="en-AU" sz="2000" dirty="0">
              <a:solidFill>
                <a:schemeClr val="tx1"/>
              </a:solidFill>
            </a:endParaRPr>
          </a:p>
          <a:p>
            <a:pPr algn="ctr"/>
            <a:endParaRPr lang="en-AU" sz="2000" dirty="0">
              <a:solidFill>
                <a:schemeClr val="tx1"/>
              </a:solidFill>
            </a:endParaRPr>
          </a:p>
          <a:p>
            <a:pPr algn="ctr"/>
            <a:endParaRPr lang="en-AU" sz="2000" dirty="0">
              <a:solidFill>
                <a:schemeClr val="tx1"/>
              </a:solidFill>
            </a:endParaRPr>
          </a:p>
          <a:p>
            <a:pPr>
              <a:lnSpc>
                <a:spcPct val="150000"/>
              </a:lnSpc>
            </a:pPr>
            <a:r>
              <a:rPr lang="en-AU" sz="2000" b="1" dirty="0">
                <a:solidFill>
                  <a:srgbClr val="FCBA00"/>
                </a:solidFill>
              </a:rPr>
              <a:t>Timeline | Table of Contents</a:t>
            </a:r>
          </a:p>
          <a:p>
            <a:pPr marL="342900" indent="-342900">
              <a:lnSpc>
                <a:spcPct val="150000"/>
              </a:lnSpc>
              <a:buFont typeface="Arial" panose="020B0604020202020204" pitchFamily="34" charset="0"/>
              <a:buChar char="•"/>
            </a:pPr>
            <a:r>
              <a:rPr lang="de-DE" sz="2000" dirty="0" err="1">
                <a:solidFill>
                  <a:srgbClr val="909085"/>
                </a:solidFill>
              </a:rPr>
              <a:t>Vulgarity</a:t>
            </a:r>
            <a:r>
              <a:rPr lang="de-DE" sz="2000" dirty="0">
                <a:solidFill>
                  <a:srgbClr val="909085"/>
                </a:solidFill>
              </a:rPr>
              <a:t> </a:t>
            </a:r>
            <a:r>
              <a:rPr lang="de-DE" sz="2000" dirty="0" err="1">
                <a:solidFill>
                  <a:srgbClr val="909085"/>
                </a:solidFill>
              </a:rPr>
              <a:t>as</a:t>
            </a:r>
            <a:r>
              <a:rPr lang="de-DE" sz="2000" dirty="0">
                <a:solidFill>
                  <a:srgbClr val="909085"/>
                </a:solidFill>
              </a:rPr>
              <a:t> a </a:t>
            </a:r>
            <a:r>
              <a:rPr lang="de-DE" sz="2000" dirty="0" err="1">
                <a:solidFill>
                  <a:srgbClr val="909085"/>
                </a:solidFill>
              </a:rPr>
              <a:t>linguistic</a:t>
            </a:r>
            <a:r>
              <a:rPr lang="de-DE" sz="2000" dirty="0">
                <a:solidFill>
                  <a:srgbClr val="909085"/>
                </a:solidFill>
              </a:rPr>
              <a:t> </a:t>
            </a:r>
            <a:r>
              <a:rPr lang="de-DE" sz="2000" dirty="0" err="1">
                <a:solidFill>
                  <a:srgbClr val="909085"/>
                </a:solidFill>
              </a:rPr>
              <a:t>phenomenon</a:t>
            </a:r>
            <a:endParaRPr lang="de-DE" sz="2000" dirty="0">
              <a:solidFill>
                <a:srgbClr val="909085"/>
              </a:solidFill>
            </a:endParaRPr>
          </a:p>
          <a:p>
            <a:pPr marL="342900" indent="-342900">
              <a:lnSpc>
                <a:spcPct val="150000"/>
              </a:lnSpc>
              <a:buFont typeface="Arial" panose="020B0604020202020204" pitchFamily="34" charset="0"/>
              <a:buChar char="•"/>
            </a:pPr>
            <a:r>
              <a:rPr lang="de-DE" sz="2000" dirty="0">
                <a:solidFill>
                  <a:srgbClr val="909085"/>
                </a:solidFill>
              </a:rPr>
              <a:t>Research Gaps | Research Questions</a:t>
            </a:r>
          </a:p>
          <a:p>
            <a:pPr marL="342900" indent="-342900">
              <a:lnSpc>
                <a:spcPct val="150000"/>
              </a:lnSpc>
              <a:buFont typeface="Arial" panose="020B0604020202020204" pitchFamily="34" charset="0"/>
              <a:buChar char="•"/>
            </a:pPr>
            <a:r>
              <a:rPr lang="de-DE" sz="2000" dirty="0" err="1">
                <a:solidFill>
                  <a:srgbClr val="909085"/>
                </a:solidFill>
              </a:rPr>
              <a:t>Methodology</a:t>
            </a:r>
            <a:r>
              <a:rPr lang="de-DE" sz="2000" dirty="0">
                <a:solidFill>
                  <a:srgbClr val="909085"/>
                </a:solidFill>
              </a:rPr>
              <a:t> (Data and Analysis)</a:t>
            </a:r>
          </a:p>
          <a:p>
            <a:pPr marL="342900" indent="-342900">
              <a:lnSpc>
                <a:spcPct val="150000"/>
              </a:lnSpc>
              <a:buFont typeface="Arial" panose="020B0604020202020204" pitchFamily="34" charset="0"/>
              <a:buChar char="•"/>
            </a:pPr>
            <a:r>
              <a:rPr lang="de-DE" sz="2000" dirty="0" err="1">
                <a:solidFill>
                  <a:srgbClr val="909085"/>
                </a:solidFill>
              </a:rPr>
              <a:t>Results</a:t>
            </a:r>
            <a:endParaRPr lang="de-DE" sz="2000" dirty="0">
              <a:solidFill>
                <a:srgbClr val="909085"/>
              </a:solidFill>
            </a:endParaRPr>
          </a:p>
          <a:p>
            <a:pPr marL="342900" indent="-342900">
              <a:lnSpc>
                <a:spcPct val="150000"/>
              </a:lnSpc>
              <a:buFont typeface="Arial" panose="020B0604020202020204" pitchFamily="34" charset="0"/>
              <a:buChar char="•"/>
            </a:pPr>
            <a:r>
              <a:rPr lang="de-DE" sz="2000" dirty="0" err="1">
                <a:solidFill>
                  <a:srgbClr val="909085"/>
                </a:solidFill>
              </a:rPr>
              <a:t>Discussion</a:t>
            </a:r>
            <a:r>
              <a:rPr lang="de-DE" sz="2000" dirty="0">
                <a:solidFill>
                  <a:srgbClr val="909085"/>
                </a:solidFill>
              </a:rPr>
              <a:t>, Outlook, and potential </a:t>
            </a:r>
            <a:r>
              <a:rPr lang="de-DE" sz="2000" dirty="0" err="1">
                <a:solidFill>
                  <a:srgbClr val="909085"/>
                </a:solidFill>
              </a:rPr>
              <a:t>Applications</a:t>
            </a:r>
            <a:r>
              <a:rPr lang="de-DE" sz="2000" dirty="0">
                <a:solidFill>
                  <a:srgbClr val="909085"/>
                </a:solidFill>
              </a:rPr>
              <a:t> </a:t>
            </a:r>
            <a:br>
              <a:rPr lang="en-US" sz="2000" dirty="0">
                <a:solidFill>
                  <a:schemeClr val="tx1"/>
                </a:solidFill>
              </a:rPr>
            </a:br>
            <a:br>
              <a:rPr lang="en-US" sz="2000" dirty="0">
                <a:solidFill>
                  <a:schemeClr val="tx1"/>
                </a:solidFill>
              </a:rPr>
            </a:br>
            <a:endParaRPr lang="en-US" sz="2400" dirty="0">
              <a:solidFill>
                <a:schemeClr val="tx1"/>
              </a:solidFill>
            </a:endParaRPr>
          </a:p>
        </p:txBody>
      </p:sp>
      <p:pic>
        <p:nvPicPr>
          <p:cNvPr id="5" name="Picture 4">
            <a:extLst>
              <a:ext uri="{FF2B5EF4-FFF2-40B4-BE49-F238E27FC236}">
                <a16:creationId xmlns:a16="http://schemas.microsoft.com/office/drawing/2014/main" id="{1D21933F-A9A0-C305-979B-A8D7790B6E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6767" y="4077072"/>
            <a:ext cx="3713849" cy="2314617"/>
          </a:xfrm>
          <a:prstGeom prst="rect">
            <a:avLst/>
          </a:prstGeom>
        </p:spPr>
      </p:pic>
      <p:sp>
        <p:nvSpPr>
          <p:cNvPr id="3" name="Slide Number Placeholder 2">
            <a:extLst>
              <a:ext uri="{FF2B5EF4-FFF2-40B4-BE49-F238E27FC236}">
                <a16:creationId xmlns:a16="http://schemas.microsoft.com/office/drawing/2014/main" id="{3FEC3355-99EB-4AEF-80D9-C90515EA6A65}"/>
              </a:ext>
            </a:extLst>
          </p:cNvPr>
          <p:cNvSpPr>
            <a:spLocks noGrp="1"/>
          </p:cNvSpPr>
          <p:nvPr>
            <p:ph type="sldNum" sz="quarter" idx="12"/>
          </p:nvPr>
        </p:nvSpPr>
        <p:spPr/>
        <p:txBody>
          <a:bodyPr/>
          <a:lstStyle/>
          <a:p>
            <a:fld id="{E31375A4-56A4-47D6-9801-1991572033F7}" type="slidenum">
              <a:rPr lang="en-AU" smtClean="0"/>
              <a:t>4</a:t>
            </a:fld>
            <a:endParaRPr lang="en-AU"/>
          </a:p>
        </p:txBody>
      </p:sp>
    </p:spTree>
    <p:extLst>
      <p:ext uri="{BB962C8B-B14F-4D97-AF65-F5344CB8AC3E}">
        <p14:creationId xmlns:p14="http://schemas.microsoft.com/office/powerpoint/2010/main" val="3124763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p:txBody>
          <a:bodyPr/>
          <a:lstStyle/>
          <a:p>
            <a:r>
              <a:rPr lang="de-DE" dirty="0" err="1">
                <a:solidFill>
                  <a:srgbClr val="004E9F"/>
                </a:solidFill>
              </a:rPr>
              <a:t>Vulgarity</a:t>
            </a:r>
            <a:r>
              <a:rPr lang="de-DE" dirty="0">
                <a:solidFill>
                  <a:srgbClr val="004E9F"/>
                </a:solidFill>
              </a:rPr>
              <a:t> </a:t>
            </a:r>
            <a:r>
              <a:rPr lang="de-DE" dirty="0" err="1">
                <a:solidFill>
                  <a:srgbClr val="004E9F"/>
                </a:solidFill>
              </a:rPr>
              <a:t>as</a:t>
            </a:r>
            <a:r>
              <a:rPr lang="de-DE" dirty="0">
                <a:solidFill>
                  <a:srgbClr val="004E9F"/>
                </a:solidFill>
              </a:rPr>
              <a:t> a </a:t>
            </a:r>
            <a:r>
              <a:rPr lang="de-DE" dirty="0" err="1">
                <a:solidFill>
                  <a:srgbClr val="004E9F"/>
                </a:solidFill>
              </a:rPr>
              <a:t>linguistic</a:t>
            </a:r>
            <a:r>
              <a:rPr lang="de-DE" dirty="0">
                <a:solidFill>
                  <a:srgbClr val="004E9F"/>
                </a:solidFill>
              </a:rPr>
              <a:t> </a:t>
            </a:r>
            <a:r>
              <a:rPr lang="de-DE" dirty="0" err="1">
                <a:solidFill>
                  <a:srgbClr val="004E9F"/>
                </a:solidFill>
              </a:rPr>
              <a:t>phenomenon</a:t>
            </a:r>
            <a:endParaRPr lang="en-AU" dirty="0">
              <a:solidFill>
                <a:srgbClr val="004E9F"/>
              </a:solidFill>
            </a:endParaRPr>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95326" y="1700213"/>
            <a:ext cx="10801349" cy="4681115"/>
          </a:xfrm>
        </p:spPr>
        <p:txBody>
          <a:bodyPr>
            <a:normAutofit/>
          </a:bodyPr>
          <a:lstStyle/>
          <a:p>
            <a:r>
              <a:rPr lang="en-AU" b="1" dirty="0">
                <a:solidFill>
                  <a:srgbClr val="FCBA00"/>
                </a:solidFill>
              </a:rPr>
              <a:t>Why is vulgarity better than its reputation?</a:t>
            </a:r>
          </a:p>
          <a:p>
            <a:pPr marL="285750" indent="-285750">
              <a:buFont typeface="Arial" panose="020B0604020202020204" pitchFamily="34" charset="0"/>
              <a:buChar char="•"/>
            </a:pPr>
            <a:r>
              <a:rPr lang="en-AU" dirty="0"/>
              <a:t>Vulgar language is </a:t>
            </a:r>
            <a:r>
              <a:rPr lang="en-AU" b="1" dirty="0"/>
              <a:t>popular</a:t>
            </a:r>
            <a:r>
              <a:rPr lang="en-AU" dirty="0"/>
              <a:t> but </a:t>
            </a:r>
            <a:r>
              <a:rPr lang="en-AU" b="1" dirty="0"/>
              <a:t>generally viewed unfavourably.</a:t>
            </a:r>
            <a:r>
              <a:rPr lang="en-AU" dirty="0"/>
              <a:t> </a:t>
            </a:r>
          </a:p>
          <a:p>
            <a:pPr marL="285750" indent="-285750">
              <a:buFont typeface="Arial" panose="020B0604020202020204" pitchFamily="34" charset="0"/>
              <a:buChar char="•"/>
            </a:pPr>
            <a:r>
              <a:rPr lang="en-AU" dirty="0"/>
              <a:t>Using vulgarity appropriately requires substantive </a:t>
            </a:r>
            <a:r>
              <a:rPr lang="en-AU" b="1" dirty="0"/>
              <a:t>pragmatic proficiency </a:t>
            </a:r>
            <a:br>
              <a:rPr lang="en-AU" dirty="0"/>
            </a:br>
            <a:r>
              <a:rPr lang="en-AU" dirty="0"/>
              <a:t>and </a:t>
            </a:r>
            <a:r>
              <a:rPr lang="en-AU" b="1" dirty="0"/>
              <a:t>linguistic awareness  </a:t>
            </a:r>
          </a:p>
          <a:p>
            <a:endParaRPr lang="en-AU" dirty="0"/>
          </a:p>
          <a:p>
            <a:r>
              <a:rPr lang="en-AU" b="1" dirty="0">
                <a:solidFill>
                  <a:srgbClr val="FCBA00"/>
                </a:solidFill>
              </a:rPr>
              <a:t>Functions</a:t>
            </a:r>
            <a:r>
              <a:rPr lang="en-AU" dirty="0">
                <a:solidFill>
                  <a:srgbClr val="FCBA00"/>
                </a:solidFill>
              </a:rPr>
              <a:t> of vulgarity</a:t>
            </a:r>
          </a:p>
          <a:p>
            <a:pPr marL="285750" indent="-285750">
              <a:buFont typeface="Arial" panose="020B0604020202020204" pitchFamily="34" charset="0"/>
              <a:buChar char="•"/>
            </a:pPr>
            <a:r>
              <a:rPr lang="en-AU" b="1" dirty="0"/>
              <a:t>Social</a:t>
            </a:r>
            <a:r>
              <a:rPr lang="en-AU" dirty="0"/>
              <a:t> swearing: positively charged (social bonding, banter)</a:t>
            </a:r>
            <a:br>
              <a:rPr lang="en-AU" dirty="0"/>
            </a:br>
            <a:r>
              <a:rPr lang="en-AU" dirty="0"/>
              <a:t>Vulgarity as part of humour </a:t>
            </a:r>
            <a:r>
              <a:rPr lang="en-AU" dirty="0">
                <a:solidFill>
                  <a:srgbClr val="909085"/>
                </a:solidFill>
              </a:rPr>
              <a:t>(see George Carlin</a:t>
            </a:r>
            <a:r>
              <a:rPr lang="en-AU" sz="1400" dirty="0">
                <a:solidFill>
                  <a:srgbClr val="909085"/>
                </a:solidFill>
              </a:rPr>
              <a:t>, Seizer 2011</a:t>
            </a:r>
            <a:r>
              <a:rPr lang="en-AU" dirty="0">
                <a:solidFill>
                  <a:srgbClr val="909085"/>
                </a:solidFill>
              </a:rPr>
              <a:t>)</a:t>
            </a:r>
          </a:p>
          <a:p>
            <a:pPr marL="285750" indent="-285750">
              <a:buFont typeface="Arial" panose="020B0604020202020204" pitchFamily="34" charset="0"/>
              <a:buChar char="•"/>
            </a:pPr>
            <a:r>
              <a:rPr lang="en-AU" b="1" dirty="0"/>
              <a:t>Annoyance</a:t>
            </a:r>
            <a:r>
              <a:rPr lang="en-AU" dirty="0"/>
              <a:t> swearing: negatively charged (emotional relief, catharsis) </a:t>
            </a:r>
            <a:br>
              <a:rPr lang="en-AU" dirty="0"/>
            </a:br>
            <a:r>
              <a:rPr lang="en-AU" dirty="0"/>
              <a:t>e.g., cussing at other drivers in traffic</a:t>
            </a:r>
          </a:p>
          <a:p>
            <a:pPr marL="285750" indent="-285750">
              <a:buFont typeface="Arial" panose="020B0604020202020204" pitchFamily="34" charset="0"/>
              <a:buChar char="•"/>
            </a:pPr>
            <a:r>
              <a:rPr lang="en-AU" b="1" dirty="0"/>
              <a:t>Linguistically motivated </a:t>
            </a:r>
            <a:r>
              <a:rPr lang="en-AU" dirty="0"/>
              <a:t>use of vulgarity </a:t>
            </a:r>
            <a:br>
              <a:rPr lang="en-AU" dirty="0"/>
            </a:br>
            <a:r>
              <a:rPr lang="en-AU" dirty="0"/>
              <a:t>e.g. intensification, e.g., </a:t>
            </a:r>
            <a:r>
              <a:rPr lang="en-AU" i="1" dirty="0"/>
              <a:t>fucking</a:t>
            </a:r>
            <a:r>
              <a:rPr lang="en-AU" dirty="0"/>
              <a:t> as an adjective amplifier </a:t>
            </a:r>
            <a:r>
              <a:rPr lang="en-AU" sz="1400" dirty="0">
                <a:solidFill>
                  <a:srgbClr val="909085"/>
                </a:solidFill>
              </a:rPr>
              <a:t>(Martínez &amp; </a:t>
            </a:r>
            <a:r>
              <a:rPr lang="en-AU" sz="1400" dirty="0" err="1">
                <a:solidFill>
                  <a:srgbClr val="909085"/>
                </a:solidFill>
              </a:rPr>
              <a:t>Pertejo</a:t>
            </a:r>
            <a:r>
              <a:rPr lang="en-AU" sz="1400" dirty="0">
                <a:solidFill>
                  <a:srgbClr val="909085"/>
                </a:solidFill>
              </a:rPr>
              <a:t> 2012)</a:t>
            </a:r>
          </a:p>
          <a:p>
            <a:endParaRPr lang="en-AU" dirty="0"/>
          </a:p>
        </p:txBody>
      </p:sp>
      <p:pic>
        <p:nvPicPr>
          <p:cNvPr id="4" name="Graphic 3" descr="Head with gears">
            <a:extLst>
              <a:ext uri="{FF2B5EF4-FFF2-40B4-BE49-F238E27FC236}">
                <a16:creationId xmlns:a16="http://schemas.microsoft.com/office/drawing/2014/main" id="{C857B7A1-99C4-89C3-549A-A8CF8868D67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9624392" y="332656"/>
            <a:ext cx="2088232" cy="2039815"/>
          </a:xfrm>
          <a:prstGeom prst="rect">
            <a:avLst/>
          </a:prstGeom>
        </p:spPr>
      </p:pic>
      <p:pic>
        <p:nvPicPr>
          <p:cNvPr id="8" name="Picture 7">
            <a:extLst>
              <a:ext uri="{FF2B5EF4-FFF2-40B4-BE49-F238E27FC236}">
                <a16:creationId xmlns:a16="http://schemas.microsoft.com/office/drawing/2014/main" id="{845F9516-5AD9-3979-466D-6B1837B029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29750" y="5200650"/>
            <a:ext cx="2762250" cy="1657350"/>
          </a:xfrm>
          <a:prstGeom prst="rect">
            <a:avLst/>
          </a:prstGeom>
        </p:spPr>
      </p:pic>
      <p:pic>
        <p:nvPicPr>
          <p:cNvPr id="15" name="Picture 14">
            <a:extLst>
              <a:ext uri="{FF2B5EF4-FFF2-40B4-BE49-F238E27FC236}">
                <a16:creationId xmlns:a16="http://schemas.microsoft.com/office/drawing/2014/main" id="{E86FED00-49A3-E7A8-7836-DAC728C5E70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29751" y="2552224"/>
            <a:ext cx="2762250" cy="2069021"/>
          </a:xfrm>
          <a:prstGeom prst="rect">
            <a:avLst/>
          </a:prstGeom>
        </p:spPr>
      </p:pic>
      <p:sp>
        <p:nvSpPr>
          <p:cNvPr id="5" name="Slide Number Placeholder 4">
            <a:extLst>
              <a:ext uri="{FF2B5EF4-FFF2-40B4-BE49-F238E27FC236}">
                <a16:creationId xmlns:a16="http://schemas.microsoft.com/office/drawing/2014/main" id="{3292C711-82FA-4EA8-B0A6-854796C625B6}"/>
              </a:ext>
            </a:extLst>
          </p:cNvPr>
          <p:cNvSpPr>
            <a:spLocks noGrp="1"/>
          </p:cNvSpPr>
          <p:nvPr>
            <p:ph type="sldNum" sz="quarter" idx="12"/>
          </p:nvPr>
        </p:nvSpPr>
        <p:spPr/>
        <p:txBody>
          <a:bodyPr/>
          <a:lstStyle/>
          <a:p>
            <a:fld id="{E31375A4-56A4-47D6-9801-1991572033F7}" type="slidenum">
              <a:rPr lang="en-AU" smtClean="0"/>
              <a:t>5</a:t>
            </a:fld>
            <a:endParaRPr lang="en-AU"/>
          </a:p>
        </p:txBody>
      </p:sp>
    </p:spTree>
    <p:extLst>
      <p:ext uri="{BB962C8B-B14F-4D97-AF65-F5344CB8AC3E}">
        <p14:creationId xmlns:p14="http://schemas.microsoft.com/office/powerpoint/2010/main" val="2592381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p:txBody>
          <a:bodyPr/>
          <a:lstStyle/>
          <a:p>
            <a:r>
              <a:rPr lang="de-DE" dirty="0" err="1">
                <a:solidFill>
                  <a:srgbClr val="004E9F"/>
                </a:solidFill>
              </a:rPr>
              <a:t>Previous</a:t>
            </a:r>
            <a:r>
              <a:rPr lang="de-DE" dirty="0">
                <a:solidFill>
                  <a:srgbClr val="004E9F"/>
                </a:solidFill>
              </a:rPr>
              <a:t> Research</a:t>
            </a:r>
            <a:endParaRPr lang="en-AU" dirty="0">
              <a:solidFill>
                <a:srgbClr val="004E9F"/>
              </a:solidFill>
            </a:endParaRPr>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95327" y="1700213"/>
            <a:ext cx="9433121" cy="4825131"/>
          </a:xfrm>
        </p:spPr>
        <p:txBody>
          <a:bodyPr>
            <a:normAutofit/>
          </a:bodyPr>
          <a:lstStyle/>
          <a:p>
            <a:r>
              <a:rPr lang="en-AU" b="1" dirty="0"/>
              <a:t>Substantive research on vulgarity (swearing | impoliteness) </a:t>
            </a:r>
          </a:p>
          <a:p>
            <a:pPr marL="285750" indent="-285750">
              <a:buFont typeface="Arial" panose="020B0604020202020204" pitchFamily="34" charset="0"/>
              <a:buChar char="•"/>
            </a:pPr>
            <a:r>
              <a:rPr lang="en-AU" dirty="0"/>
              <a:t>Sociolinguistic and pragmatic perspectives (mostly using corpus linguistic and discourse | conversation analysis approaches) (cf. McEnery 2006)</a:t>
            </a:r>
            <a:endParaRPr lang="en-AU" sz="1300" dirty="0">
              <a:solidFill>
                <a:schemeClr val="bg1">
                  <a:lumMod val="50000"/>
                </a:schemeClr>
              </a:solidFill>
            </a:endParaRPr>
          </a:p>
          <a:p>
            <a:pPr marL="645750" lvl="2" indent="-285750"/>
            <a:r>
              <a:rPr lang="en-AU" b="1" dirty="0"/>
              <a:t>Age</a:t>
            </a:r>
            <a:r>
              <a:rPr lang="en-AU" dirty="0"/>
              <a:t>: </a:t>
            </a:r>
            <a:r>
              <a:rPr lang="en-AU" b="1" dirty="0"/>
              <a:t>most common among adolescent </a:t>
            </a:r>
            <a:r>
              <a:rPr lang="en-AU" sz="1300" dirty="0">
                <a:solidFill>
                  <a:schemeClr val="bg1">
                    <a:lumMod val="50000"/>
                  </a:schemeClr>
                </a:solidFill>
              </a:rPr>
              <a:t>(McEnery 2006) </a:t>
            </a:r>
            <a:r>
              <a:rPr lang="en-AU" dirty="0"/>
              <a:t>to middle-aged male speakers </a:t>
            </a:r>
            <a:r>
              <a:rPr lang="en-AU" sz="1300" dirty="0">
                <a:solidFill>
                  <a:schemeClr val="bg1">
                    <a:lumMod val="50000"/>
                  </a:schemeClr>
                </a:solidFill>
              </a:rPr>
              <a:t>(Schweinberger 2018)</a:t>
            </a:r>
          </a:p>
          <a:p>
            <a:pPr marL="645750" lvl="2" indent="-285750"/>
            <a:r>
              <a:rPr lang="en-AU" b="1" dirty="0"/>
              <a:t>Gender: Men swear more than women </a:t>
            </a:r>
            <a:r>
              <a:rPr lang="en-AU" dirty="0"/>
              <a:t>and they use “stronger” bad language words (BLWs) </a:t>
            </a:r>
            <a:r>
              <a:rPr lang="en-AU" sz="1300" dirty="0">
                <a:solidFill>
                  <a:schemeClr val="bg1">
                    <a:lumMod val="50000"/>
                  </a:schemeClr>
                </a:solidFill>
              </a:rPr>
              <a:t>(Love 2021, McEnery 2006, Schweinberger 2018, </a:t>
            </a:r>
            <a:r>
              <a:rPr lang="en-AU" sz="1300" dirty="0" err="1">
                <a:solidFill>
                  <a:schemeClr val="bg1">
                    <a:lumMod val="50000"/>
                  </a:schemeClr>
                </a:solidFill>
              </a:rPr>
              <a:t>Stenström</a:t>
            </a:r>
            <a:r>
              <a:rPr lang="en-AU" sz="1300" dirty="0">
                <a:solidFill>
                  <a:schemeClr val="bg1">
                    <a:lumMod val="50000"/>
                  </a:schemeClr>
                </a:solidFill>
              </a:rPr>
              <a:t> 2006, McEnery and Xiao 2004) </a:t>
            </a:r>
            <a:r>
              <a:rPr lang="en-AU" dirty="0"/>
              <a:t>– contradicting studies show no gender difference </a:t>
            </a:r>
            <a:r>
              <a:rPr lang="en-AU" sz="1300" dirty="0">
                <a:solidFill>
                  <a:schemeClr val="bg1">
                    <a:lumMod val="50000"/>
                  </a:schemeClr>
                </a:solidFill>
              </a:rPr>
              <a:t>(Drummond 2020) </a:t>
            </a:r>
            <a:r>
              <a:rPr lang="en-AU" dirty="0"/>
              <a:t>or that female speakers use </a:t>
            </a:r>
            <a:r>
              <a:rPr lang="en-AU" i="1" dirty="0"/>
              <a:t>fucking</a:t>
            </a:r>
            <a:r>
              <a:rPr lang="en-AU" dirty="0"/>
              <a:t> as an intensifier more than males “to mark their linguistic independence” </a:t>
            </a:r>
            <a:r>
              <a:rPr lang="en-AU" sz="1300" dirty="0">
                <a:solidFill>
                  <a:schemeClr val="bg1">
                    <a:lumMod val="50000"/>
                  </a:schemeClr>
                </a:solidFill>
              </a:rPr>
              <a:t>(Aijmer 2018: 91)</a:t>
            </a:r>
          </a:p>
          <a:p>
            <a:pPr marL="645750" lvl="2" indent="-285750"/>
            <a:r>
              <a:rPr lang="en-AU" b="1" dirty="0"/>
              <a:t>Time: Swearing has decreased(?) </a:t>
            </a:r>
            <a:r>
              <a:rPr lang="en-AU" dirty="0"/>
              <a:t>in informal British English between 1994 and 2014 </a:t>
            </a:r>
            <a:r>
              <a:rPr lang="en-AU" sz="1300" dirty="0">
                <a:solidFill>
                  <a:schemeClr val="bg1">
                    <a:lumMod val="50000"/>
                  </a:schemeClr>
                </a:solidFill>
              </a:rPr>
              <a:t>(Love 2014)</a:t>
            </a:r>
          </a:p>
          <a:p>
            <a:pPr marL="645750" lvl="2" indent="-285750"/>
            <a:r>
              <a:rPr lang="en-AU" b="1" dirty="0"/>
              <a:t>Social class </a:t>
            </a:r>
            <a:r>
              <a:rPr lang="en-AU" dirty="0"/>
              <a:t>: findings </a:t>
            </a:r>
            <a:r>
              <a:rPr lang="en-AU" b="1" dirty="0"/>
              <a:t>do not show a consistent patterning</a:t>
            </a:r>
            <a:r>
              <a:rPr lang="en-AU" sz="1300" dirty="0">
                <a:solidFill>
                  <a:schemeClr val="bg1">
                    <a:lumMod val="50000"/>
                  </a:schemeClr>
                </a:solidFill>
              </a:rPr>
              <a:t> (see </a:t>
            </a:r>
            <a:r>
              <a:rPr lang="en-AU" sz="1300" dirty="0" err="1">
                <a:solidFill>
                  <a:schemeClr val="bg1">
                    <a:lumMod val="50000"/>
                  </a:schemeClr>
                </a:solidFill>
              </a:rPr>
              <a:t>Stenström</a:t>
            </a:r>
            <a:r>
              <a:rPr lang="en-AU" sz="1300" dirty="0">
                <a:solidFill>
                  <a:schemeClr val="bg1">
                    <a:lumMod val="50000"/>
                  </a:schemeClr>
                </a:solidFill>
              </a:rPr>
              <a:t> 2006 for an overview)</a:t>
            </a:r>
          </a:p>
        </p:txBody>
      </p:sp>
      <p:pic>
        <p:nvPicPr>
          <p:cNvPr id="6" name="Picture 5">
            <a:extLst>
              <a:ext uri="{FF2B5EF4-FFF2-40B4-BE49-F238E27FC236}">
                <a16:creationId xmlns:a16="http://schemas.microsoft.com/office/drawing/2014/main" id="{3C596ACD-C797-A6C3-55EA-F335BCC05C6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45498" y="-23079"/>
            <a:ext cx="1646502" cy="2502683"/>
          </a:xfrm>
          <a:prstGeom prst="rect">
            <a:avLst/>
          </a:prstGeom>
        </p:spPr>
      </p:pic>
      <p:pic>
        <p:nvPicPr>
          <p:cNvPr id="9" name="Picture 8">
            <a:extLst>
              <a:ext uri="{FF2B5EF4-FFF2-40B4-BE49-F238E27FC236}">
                <a16:creationId xmlns:a16="http://schemas.microsoft.com/office/drawing/2014/main" id="{86D9FD7A-DC4D-DAF0-5858-B9C81BE387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45498" y="2481173"/>
            <a:ext cx="1646502" cy="2502683"/>
          </a:xfrm>
          <a:prstGeom prst="rect">
            <a:avLst/>
          </a:prstGeom>
        </p:spPr>
      </p:pic>
      <p:pic>
        <p:nvPicPr>
          <p:cNvPr id="16" name="Picture 15">
            <a:extLst>
              <a:ext uri="{FF2B5EF4-FFF2-40B4-BE49-F238E27FC236}">
                <a16:creationId xmlns:a16="http://schemas.microsoft.com/office/drawing/2014/main" id="{3CA4A4DF-4152-5F90-F4E0-6D95EF55671E}"/>
              </a:ext>
            </a:extLst>
          </p:cNvPr>
          <p:cNvPicPr>
            <a:picLocks noChangeAspect="1"/>
          </p:cNvPicPr>
          <p:nvPr/>
        </p:nvPicPr>
        <p:blipFill>
          <a:blip r:embed="rId4"/>
          <a:stretch>
            <a:fillRect/>
          </a:stretch>
        </p:blipFill>
        <p:spPr>
          <a:xfrm>
            <a:off x="10554278" y="4695825"/>
            <a:ext cx="1646502" cy="2162175"/>
          </a:xfrm>
          <a:prstGeom prst="rect">
            <a:avLst/>
          </a:prstGeom>
        </p:spPr>
      </p:pic>
      <p:sp>
        <p:nvSpPr>
          <p:cNvPr id="5" name="Slide Number Placeholder 4">
            <a:extLst>
              <a:ext uri="{FF2B5EF4-FFF2-40B4-BE49-F238E27FC236}">
                <a16:creationId xmlns:a16="http://schemas.microsoft.com/office/drawing/2014/main" id="{B8AA9196-5F28-4250-92E0-E8EF0FC08481}"/>
              </a:ext>
            </a:extLst>
          </p:cNvPr>
          <p:cNvSpPr>
            <a:spLocks noGrp="1"/>
          </p:cNvSpPr>
          <p:nvPr>
            <p:ph type="sldNum" sz="quarter" idx="12"/>
          </p:nvPr>
        </p:nvSpPr>
        <p:spPr/>
        <p:txBody>
          <a:bodyPr/>
          <a:lstStyle/>
          <a:p>
            <a:fld id="{E31375A4-56A4-47D6-9801-1991572033F7}" type="slidenum">
              <a:rPr lang="en-AU" smtClean="0"/>
              <a:t>6</a:t>
            </a:fld>
            <a:endParaRPr lang="en-AU"/>
          </a:p>
        </p:txBody>
      </p:sp>
    </p:spTree>
    <p:extLst>
      <p:ext uri="{BB962C8B-B14F-4D97-AF65-F5344CB8AC3E}">
        <p14:creationId xmlns:p14="http://schemas.microsoft.com/office/powerpoint/2010/main" val="3887329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95327" y="1700213"/>
            <a:ext cx="4716667" cy="5076564"/>
          </a:xfrm>
        </p:spPr>
        <p:txBody>
          <a:bodyPr>
            <a:normAutofit/>
          </a:bodyPr>
          <a:lstStyle/>
          <a:p>
            <a:r>
              <a:rPr lang="en-AU" b="1" dirty="0"/>
              <a:t>Difficulty of defining vulgarity</a:t>
            </a:r>
          </a:p>
          <a:p>
            <a:pPr marL="285750" indent="-285750">
              <a:buFont typeface="Arial" panose="020B0604020202020204" pitchFamily="34" charset="0"/>
              <a:buChar char="•"/>
            </a:pPr>
            <a:r>
              <a:rPr lang="en-AU" dirty="0"/>
              <a:t>Problem: unclear what counts as swearing | bad language | cussing</a:t>
            </a:r>
          </a:p>
          <a:p>
            <a:pPr marL="285750" indent="-285750">
              <a:buFont typeface="Arial" panose="020B0604020202020204" pitchFamily="34" charset="0"/>
              <a:buChar char="•"/>
            </a:pPr>
            <a:r>
              <a:rPr lang="en-AU" dirty="0"/>
              <a:t>Terminology </a:t>
            </a:r>
            <a:br>
              <a:rPr lang="en-AU" dirty="0"/>
            </a:br>
            <a:r>
              <a:rPr lang="en-AU" dirty="0"/>
              <a:t>(impoliteness vs swearing vs taboo language)</a:t>
            </a:r>
          </a:p>
          <a:p>
            <a:r>
              <a:rPr lang="en-AU" b="1" dirty="0"/>
              <a:t>Problematic examples</a:t>
            </a:r>
          </a:p>
          <a:p>
            <a:pPr marL="645750" lvl="2" indent="-285750">
              <a:buFont typeface="Arial" panose="020B0604020202020204" pitchFamily="34" charset="0"/>
              <a:buChar char="•"/>
            </a:pPr>
            <a:r>
              <a:rPr lang="en-AU" b="1" dirty="0"/>
              <a:t>taboo language?</a:t>
            </a:r>
            <a:br>
              <a:rPr lang="en-AU" b="1" dirty="0"/>
            </a:br>
            <a:r>
              <a:rPr lang="en-AU" dirty="0"/>
              <a:t>If it were taboo, it would not be such a common and systematic </a:t>
            </a:r>
            <a:r>
              <a:rPr lang="en-AU" dirty="0" err="1"/>
              <a:t>phenomeon</a:t>
            </a:r>
            <a:endParaRPr lang="en-AU" dirty="0"/>
          </a:p>
          <a:p>
            <a:pPr marL="645750" lvl="2" indent="-285750">
              <a:buFont typeface="Arial" panose="020B0604020202020204" pitchFamily="34" charset="0"/>
              <a:buChar char="•"/>
            </a:pPr>
            <a:r>
              <a:rPr lang="en-AU" b="1" dirty="0"/>
              <a:t>literal vs metaphoric </a:t>
            </a:r>
            <a:br>
              <a:rPr lang="en-AU" dirty="0"/>
            </a:br>
            <a:r>
              <a:rPr lang="en-AU" i="1" dirty="0"/>
              <a:t>John fucked Jane </a:t>
            </a:r>
            <a:r>
              <a:rPr lang="en-AU" dirty="0"/>
              <a:t>(not considered swearing when used literally (by some))</a:t>
            </a:r>
          </a:p>
          <a:p>
            <a:pPr marL="645750" lvl="2" indent="-285750">
              <a:buFont typeface="Arial" panose="020B0604020202020204" pitchFamily="34" charset="0"/>
              <a:buChar char="•"/>
            </a:pPr>
            <a:r>
              <a:rPr lang="en-AU" b="1" dirty="0"/>
              <a:t>offensive terms / insults: </a:t>
            </a:r>
            <a:br>
              <a:rPr lang="en-AU" dirty="0"/>
            </a:br>
            <a:r>
              <a:rPr lang="en-AU" i="1" dirty="0" err="1"/>
              <a:t>pedophile</a:t>
            </a:r>
            <a:r>
              <a:rPr lang="en-AU" dirty="0"/>
              <a:t>, </a:t>
            </a:r>
            <a:r>
              <a:rPr lang="en-AU" i="1" dirty="0" err="1"/>
              <a:t>nazi</a:t>
            </a:r>
            <a:r>
              <a:rPr lang="en-AU" dirty="0"/>
              <a:t>, </a:t>
            </a:r>
            <a:r>
              <a:rPr lang="en-AU" i="1" dirty="0"/>
              <a:t>fascist</a:t>
            </a:r>
            <a:r>
              <a:rPr lang="en-AU" dirty="0"/>
              <a:t>, etc.</a:t>
            </a:r>
          </a:p>
        </p:txBody>
      </p:sp>
      <p:sp>
        <p:nvSpPr>
          <p:cNvPr id="8" name="Content Placeholder 2">
            <a:extLst>
              <a:ext uri="{FF2B5EF4-FFF2-40B4-BE49-F238E27FC236}">
                <a16:creationId xmlns:a16="http://schemas.microsoft.com/office/drawing/2014/main" id="{6A79D136-8135-6209-1C76-CBB4F16E48D9}"/>
              </a:ext>
            </a:extLst>
          </p:cNvPr>
          <p:cNvSpPr txBox="1">
            <a:spLocks/>
          </p:cNvSpPr>
          <p:nvPr/>
        </p:nvSpPr>
        <p:spPr>
          <a:xfrm>
            <a:off x="5663952" y="1692396"/>
            <a:ext cx="6363818" cy="5165604"/>
          </a:xfrm>
          <a:prstGeom prst="rect">
            <a:avLst/>
          </a:prstGeom>
        </p:spPr>
        <p:txBody>
          <a:bodyPr vert="horz" lIns="0" tIns="0" rIns="0" bIns="0" rtlCol="0">
            <a:normAutofit/>
          </a:bodyPr>
          <a:lst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AU" b="1" dirty="0"/>
              <a:t>Our approach </a:t>
            </a:r>
            <a:br>
              <a:rPr lang="en-AU" b="1" dirty="0"/>
            </a:br>
            <a:r>
              <a:rPr lang="en-AU" dirty="0"/>
              <a:t>(resulted in a list of 281 candidates)</a:t>
            </a:r>
          </a:p>
          <a:p>
            <a:pPr marL="285750" indent="-285750">
              <a:buFont typeface="Arial" panose="020B0604020202020204" pitchFamily="34" charset="0"/>
              <a:buChar char="•"/>
            </a:pPr>
            <a:r>
              <a:rPr lang="en-AU" dirty="0"/>
              <a:t>Focus on </a:t>
            </a:r>
            <a:r>
              <a:rPr lang="en-AU" b="1" dirty="0"/>
              <a:t>vulgarity</a:t>
            </a:r>
            <a:r>
              <a:rPr lang="en-AU" dirty="0"/>
              <a:t>! (not insults, swearing, etc.) </a:t>
            </a:r>
          </a:p>
          <a:p>
            <a:pPr marL="285750" indent="-285750">
              <a:buFont typeface="Arial" panose="020B0604020202020204" pitchFamily="34" charset="0"/>
              <a:buChar char="•"/>
            </a:pPr>
            <a:r>
              <a:rPr lang="en-AU" dirty="0"/>
              <a:t>Start: </a:t>
            </a:r>
            <a:r>
              <a:rPr lang="en-AU" b="1" dirty="0"/>
              <a:t>word lists based on pervious research </a:t>
            </a:r>
            <a:r>
              <a:rPr lang="en-AU" dirty="0"/>
              <a:t>(781 items)</a:t>
            </a:r>
          </a:p>
          <a:p>
            <a:pPr marL="285750" indent="-285750">
              <a:buFont typeface="Arial" panose="020B0604020202020204" pitchFamily="34" charset="0"/>
              <a:buChar char="•"/>
            </a:pPr>
            <a:r>
              <a:rPr lang="en-AU" b="1" dirty="0"/>
              <a:t>Criteria</a:t>
            </a:r>
          </a:p>
          <a:p>
            <a:pPr marL="465750" lvl="1" indent="-285750"/>
            <a:r>
              <a:rPr lang="en-AU" b="1" dirty="0"/>
              <a:t>does the word have a less vulgar synonymous counterpart?</a:t>
            </a:r>
          </a:p>
          <a:p>
            <a:pPr marL="645750" lvl="2" indent="-285750"/>
            <a:r>
              <a:rPr lang="en-AU" i="1" dirty="0"/>
              <a:t>fuck</a:t>
            </a:r>
            <a:r>
              <a:rPr lang="en-AU" dirty="0"/>
              <a:t> | </a:t>
            </a:r>
            <a:r>
              <a:rPr lang="en-AU" i="1" dirty="0"/>
              <a:t>shag</a:t>
            </a:r>
            <a:r>
              <a:rPr lang="en-AU" dirty="0"/>
              <a:t> vs </a:t>
            </a:r>
            <a:r>
              <a:rPr lang="en-AU" i="1" dirty="0"/>
              <a:t>make love </a:t>
            </a:r>
            <a:r>
              <a:rPr lang="en-AU" dirty="0"/>
              <a:t>| </a:t>
            </a:r>
            <a:r>
              <a:rPr lang="en-AU" i="1" dirty="0"/>
              <a:t>sleep with</a:t>
            </a:r>
            <a:r>
              <a:rPr lang="en-AU" dirty="0"/>
              <a:t>, etc.</a:t>
            </a:r>
          </a:p>
          <a:p>
            <a:pPr marL="645750" lvl="2" indent="-285750"/>
            <a:r>
              <a:rPr lang="en-AU" i="1" dirty="0"/>
              <a:t>ass</a:t>
            </a:r>
            <a:r>
              <a:rPr lang="en-AU" dirty="0"/>
              <a:t>  | </a:t>
            </a:r>
            <a:r>
              <a:rPr lang="en-AU" i="1" dirty="0"/>
              <a:t>arse</a:t>
            </a:r>
            <a:r>
              <a:rPr lang="en-AU" dirty="0"/>
              <a:t> vs </a:t>
            </a:r>
            <a:r>
              <a:rPr lang="en-AU" i="1" dirty="0"/>
              <a:t>behind</a:t>
            </a:r>
            <a:r>
              <a:rPr lang="en-AU" dirty="0"/>
              <a:t> | </a:t>
            </a:r>
            <a:r>
              <a:rPr lang="en-AU" i="1" dirty="0"/>
              <a:t>bottom</a:t>
            </a:r>
            <a:r>
              <a:rPr lang="en-AU" dirty="0"/>
              <a:t>, etc.</a:t>
            </a:r>
          </a:p>
          <a:p>
            <a:pPr marL="465750" lvl="1" indent="-285750"/>
            <a:r>
              <a:rPr lang="en-AU" dirty="0"/>
              <a:t>Is the term </a:t>
            </a:r>
            <a:r>
              <a:rPr lang="en-AU" b="1" dirty="0"/>
              <a:t>marked as vulgar in the OED</a:t>
            </a:r>
          </a:p>
          <a:p>
            <a:pPr marL="645750" lvl="2" indent="-285750"/>
            <a:r>
              <a:rPr lang="en-AU" i="1" dirty="0" err="1"/>
              <a:t>pedophile</a:t>
            </a:r>
            <a:r>
              <a:rPr lang="en-AU" dirty="0"/>
              <a:t>,</a:t>
            </a:r>
            <a:r>
              <a:rPr lang="en-AU" i="1" dirty="0"/>
              <a:t> idiot </a:t>
            </a:r>
            <a:r>
              <a:rPr lang="en-AU" dirty="0"/>
              <a:t>(can be insults but not vulgar)</a:t>
            </a:r>
          </a:p>
          <a:p>
            <a:pPr marL="285750" indent="-285750">
              <a:buFont typeface="Arial" panose="020B0604020202020204" pitchFamily="34" charset="0"/>
              <a:buChar char="•"/>
            </a:pPr>
            <a:r>
              <a:rPr lang="en-AU" dirty="0"/>
              <a:t>English only (not considered: </a:t>
            </a:r>
            <a:r>
              <a:rPr lang="en-AU" i="1" dirty="0" err="1"/>
              <a:t>bastardo</a:t>
            </a:r>
            <a:r>
              <a:rPr lang="en-AU" dirty="0"/>
              <a:t>, </a:t>
            </a:r>
            <a:r>
              <a:rPr lang="en-AU" i="1" dirty="0" err="1"/>
              <a:t>arschloch</a:t>
            </a:r>
            <a:r>
              <a:rPr lang="en-AU" i="1" dirty="0"/>
              <a:t>,</a:t>
            </a:r>
            <a:r>
              <a:rPr lang="en-AU" dirty="0"/>
              <a:t> etc.)</a:t>
            </a:r>
          </a:p>
          <a:p>
            <a:pPr marL="285750" indent="-285750">
              <a:buFont typeface="Arial" panose="020B0604020202020204" pitchFamily="34" charset="0"/>
              <a:buChar char="•"/>
            </a:pPr>
            <a:r>
              <a:rPr lang="en-AU" dirty="0"/>
              <a:t>Spelling variation: </a:t>
            </a:r>
            <a:r>
              <a:rPr lang="en-AU" i="1" dirty="0" err="1"/>
              <a:t>phuk</a:t>
            </a:r>
            <a:r>
              <a:rPr lang="en-AU" dirty="0"/>
              <a:t>, </a:t>
            </a:r>
            <a:r>
              <a:rPr lang="en-AU" i="1" dirty="0" err="1"/>
              <a:t>fak</a:t>
            </a:r>
            <a:r>
              <a:rPr lang="en-AU" dirty="0"/>
              <a:t>, </a:t>
            </a:r>
            <a:r>
              <a:rPr lang="en-AU" i="1" dirty="0" err="1"/>
              <a:t>fuuuuck</a:t>
            </a:r>
            <a:r>
              <a:rPr lang="en-AU" dirty="0"/>
              <a:t>, etc. → </a:t>
            </a:r>
            <a:r>
              <a:rPr lang="en-AU" i="1" dirty="0"/>
              <a:t>fuck (lemma)</a:t>
            </a:r>
            <a:endParaRPr lang="en-AU" dirty="0"/>
          </a:p>
        </p:txBody>
      </p:sp>
      <p:sp>
        <p:nvSpPr>
          <p:cNvPr id="4" name="Rectangle 3">
            <a:extLst>
              <a:ext uri="{FF2B5EF4-FFF2-40B4-BE49-F238E27FC236}">
                <a16:creationId xmlns:a16="http://schemas.microsoft.com/office/drawing/2014/main" id="{DDCFD323-1759-4052-0901-E07FA631DE6B}"/>
              </a:ext>
            </a:extLst>
          </p:cNvPr>
          <p:cNvSpPr/>
          <p:nvPr/>
        </p:nvSpPr>
        <p:spPr>
          <a:xfrm>
            <a:off x="5546974" y="1628800"/>
            <a:ext cx="6480796" cy="5076564"/>
          </a:xfrm>
          <a:prstGeom prst="rect">
            <a:avLst/>
          </a:prstGeom>
          <a:noFill/>
          <a:ln w="38100">
            <a:solidFill>
              <a:srgbClr val="FCBA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itle 1">
            <a:extLst>
              <a:ext uri="{FF2B5EF4-FFF2-40B4-BE49-F238E27FC236}">
                <a16:creationId xmlns:a16="http://schemas.microsoft.com/office/drawing/2014/main" id="{FB48769A-15C8-49E2-B0BF-74FEAB976A3C}"/>
              </a:ext>
            </a:extLst>
          </p:cNvPr>
          <p:cNvSpPr>
            <a:spLocks noGrp="1"/>
          </p:cNvSpPr>
          <p:nvPr>
            <p:ph type="title"/>
          </p:nvPr>
        </p:nvSpPr>
        <p:spPr>
          <a:xfrm>
            <a:off x="695326" y="1052736"/>
            <a:ext cx="10801350" cy="469056"/>
          </a:xfrm>
        </p:spPr>
        <p:txBody>
          <a:bodyPr>
            <a:normAutofit/>
          </a:bodyPr>
          <a:lstStyle/>
          <a:p>
            <a:r>
              <a:rPr lang="de-DE" dirty="0">
                <a:solidFill>
                  <a:srgbClr val="004E9F"/>
                </a:solidFill>
              </a:rPr>
              <a:t>What counts as vulgar?</a:t>
            </a:r>
            <a:endParaRPr lang="en-AU" dirty="0">
              <a:solidFill>
                <a:srgbClr val="004E9F"/>
              </a:solidFill>
            </a:endParaRPr>
          </a:p>
        </p:txBody>
      </p:sp>
      <p:sp>
        <p:nvSpPr>
          <p:cNvPr id="10" name="Slide Number Placeholder 9">
            <a:extLst>
              <a:ext uri="{FF2B5EF4-FFF2-40B4-BE49-F238E27FC236}">
                <a16:creationId xmlns:a16="http://schemas.microsoft.com/office/drawing/2014/main" id="{E139D388-0ECC-49A9-B31A-D88D4A7F0A2F}"/>
              </a:ext>
            </a:extLst>
          </p:cNvPr>
          <p:cNvSpPr>
            <a:spLocks noGrp="1"/>
          </p:cNvSpPr>
          <p:nvPr>
            <p:ph type="sldNum" sz="quarter" idx="12"/>
          </p:nvPr>
        </p:nvSpPr>
        <p:spPr/>
        <p:txBody>
          <a:bodyPr/>
          <a:lstStyle/>
          <a:p>
            <a:fld id="{E31375A4-56A4-47D6-9801-1991572033F7}" type="slidenum">
              <a:rPr lang="en-AU" smtClean="0"/>
              <a:t>7</a:t>
            </a:fld>
            <a:endParaRPr lang="en-AU"/>
          </a:p>
        </p:txBody>
      </p:sp>
    </p:spTree>
    <p:extLst>
      <p:ext uri="{BB962C8B-B14F-4D97-AF65-F5344CB8AC3E}">
        <p14:creationId xmlns:p14="http://schemas.microsoft.com/office/powerpoint/2010/main" val="2426708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p:txBody>
          <a:bodyPr/>
          <a:lstStyle/>
          <a:p>
            <a:r>
              <a:rPr lang="de-DE" dirty="0">
                <a:solidFill>
                  <a:srgbClr val="004E9F"/>
                </a:solidFill>
              </a:rPr>
              <a:t>Research Gaps</a:t>
            </a:r>
            <a:endParaRPr lang="en-AU" dirty="0">
              <a:solidFill>
                <a:srgbClr val="004E9F"/>
              </a:solidFill>
            </a:endParaRPr>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95327" y="1700213"/>
            <a:ext cx="9217097" cy="4681115"/>
          </a:xfrm>
        </p:spPr>
        <p:txBody>
          <a:bodyPr>
            <a:normAutofit/>
          </a:bodyPr>
          <a:lstStyle/>
          <a:p>
            <a:r>
              <a:rPr lang="en-AU" b="1" dirty="0"/>
              <a:t>Research gaps</a:t>
            </a:r>
          </a:p>
          <a:p>
            <a:pPr marL="285750" indent="-285750">
              <a:buFont typeface="Arial" panose="020B0604020202020204" pitchFamily="34" charset="0"/>
              <a:buChar char="•"/>
            </a:pPr>
            <a:r>
              <a:rPr lang="en-AU" dirty="0"/>
              <a:t>Very little research on vulgarity on </a:t>
            </a:r>
            <a:r>
              <a:rPr lang="en-AU" b="1" dirty="0"/>
              <a:t>social media </a:t>
            </a:r>
            <a:r>
              <a:rPr lang="en-AU" dirty="0"/>
              <a:t>(from a linguistically informed perspective)</a:t>
            </a:r>
          </a:p>
          <a:p>
            <a:pPr marL="285750" indent="-285750">
              <a:buFont typeface="Arial" panose="020B0604020202020204" pitchFamily="34" charset="0"/>
              <a:buChar char="•"/>
            </a:pPr>
            <a:r>
              <a:rPr lang="en-AU" dirty="0"/>
              <a:t>Almost </a:t>
            </a:r>
            <a:r>
              <a:rPr lang="en-AU" b="1" dirty="0"/>
              <a:t>no comparative analyses </a:t>
            </a:r>
            <a:r>
              <a:rPr lang="en-AU" dirty="0"/>
              <a:t>across genres or varieties of English (almost all analyses focus on informal spoken British English – predominantly the speech of adolescents – </a:t>
            </a:r>
            <a:r>
              <a:rPr lang="en-AU" sz="1300" dirty="0">
                <a:solidFill>
                  <a:schemeClr val="bg1">
                    <a:lumMod val="50000"/>
                  </a:schemeClr>
                </a:solidFill>
              </a:rPr>
              <a:t>notable exceptions are Schweinberger 2019 who focused on Irish English and </a:t>
            </a:r>
            <a:r>
              <a:rPr lang="en-AU" sz="1300" dirty="0" err="1">
                <a:solidFill>
                  <a:schemeClr val="bg1">
                    <a:lumMod val="50000"/>
                  </a:schemeClr>
                </a:solidFill>
              </a:rPr>
              <a:t>Drange</a:t>
            </a:r>
            <a:r>
              <a:rPr lang="en-AU" sz="1300" dirty="0">
                <a:solidFill>
                  <a:schemeClr val="bg1">
                    <a:lumMod val="50000"/>
                  </a:schemeClr>
                </a:solidFill>
              </a:rPr>
              <a:t> et al. 2014 who analysed Norwegian, Spanish and British youth</a:t>
            </a:r>
            <a:r>
              <a:rPr lang="en-AU" dirty="0"/>
              <a:t>)</a:t>
            </a:r>
          </a:p>
          <a:p>
            <a:pPr marL="285750" indent="-285750">
              <a:buFont typeface="Arial" panose="020B0604020202020204" pitchFamily="34" charset="0"/>
              <a:buChar char="•"/>
            </a:pPr>
            <a:r>
              <a:rPr lang="en-AU" b="1" dirty="0"/>
              <a:t>Inconsistencies in the definition </a:t>
            </a:r>
            <a:r>
              <a:rPr lang="en-AU" dirty="0"/>
              <a:t>of the phenomenon (vague definitions on what counts as swearing | bad language | cussing | vulgarity)</a:t>
            </a:r>
          </a:p>
          <a:p>
            <a:pPr marL="285750" indent="-285750">
              <a:buFont typeface="Arial" panose="020B0604020202020204" pitchFamily="34" charset="0"/>
              <a:buChar char="•"/>
            </a:pPr>
            <a:r>
              <a:rPr lang="en-AU" b="1" dirty="0"/>
              <a:t>No studies of topics | discourses </a:t>
            </a:r>
            <a:r>
              <a:rPr lang="en-AU" dirty="0"/>
              <a:t>that are prone to facilitate the use of vulgarity</a:t>
            </a:r>
          </a:p>
        </p:txBody>
      </p:sp>
      <p:sp>
        <p:nvSpPr>
          <p:cNvPr id="4" name="Slide Number Placeholder 3">
            <a:extLst>
              <a:ext uri="{FF2B5EF4-FFF2-40B4-BE49-F238E27FC236}">
                <a16:creationId xmlns:a16="http://schemas.microsoft.com/office/drawing/2014/main" id="{6BFE5786-9FEF-4347-AA8B-267B29F36BED}"/>
              </a:ext>
            </a:extLst>
          </p:cNvPr>
          <p:cNvSpPr>
            <a:spLocks noGrp="1"/>
          </p:cNvSpPr>
          <p:nvPr>
            <p:ph type="sldNum" sz="quarter" idx="12"/>
          </p:nvPr>
        </p:nvSpPr>
        <p:spPr/>
        <p:txBody>
          <a:bodyPr/>
          <a:lstStyle/>
          <a:p>
            <a:fld id="{E31375A4-56A4-47D6-9801-1991572033F7}" type="slidenum">
              <a:rPr lang="en-AU" smtClean="0"/>
              <a:t>8</a:t>
            </a:fld>
            <a:endParaRPr lang="en-AU"/>
          </a:p>
        </p:txBody>
      </p:sp>
    </p:spTree>
    <p:extLst>
      <p:ext uri="{BB962C8B-B14F-4D97-AF65-F5344CB8AC3E}">
        <p14:creationId xmlns:p14="http://schemas.microsoft.com/office/powerpoint/2010/main" val="1159289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70A17BE-500D-9C38-A0C9-E7A7CA0F527D}"/>
              </a:ext>
            </a:extLst>
          </p:cNvPr>
          <p:cNvSpPr txBox="1"/>
          <p:nvPr/>
        </p:nvSpPr>
        <p:spPr>
          <a:xfrm>
            <a:off x="1343472" y="1494651"/>
            <a:ext cx="9649072" cy="3662541"/>
          </a:xfrm>
          <a:prstGeom prst="rect">
            <a:avLst/>
          </a:prstGeom>
          <a:noFill/>
          <a:ln w="50800">
            <a:solidFill>
              <a:srgbClr val="FCBA00"/>
            </a:solidFill>
          </a:ln>
        </p:spPr>
        <p:txBody>
          <a:bodyPr wrap="square" rtlCol="0">
            <a:spAutoFit/>
          </a:bodyPr>
          <a:lstStyle/>
          <a:p>
            <a:pPr algn="ctr"/>
            <a:endParaRPr lang="de-DE" sz="3200" dirty="0">
              <a:solidFill>
                <a:schemeClr val="accent1"/>
              </a:solidFill>
            </a:endParaRPr>
          </a:p>
          <a:p>
            <a:pPr algn="ctr"/>
            <a:r>
              <a:rPr lang="de-DE" sz="3200" dirty="0">
                <a:solidFill>
                  <a:srgbClr val="004E9F"/>
                </a:solidFill>
              </a:rPr>
              <a:t>Research Questions</a:t>
            </a:r>
            <a:endParaRPr lang="en-AU" sz="3200" b="1" dirty="0">
              <a:solidFill>
                <a:srgbClr val="004E9F"/>
              </a:solidFill>
            </a:endParaRPr>
          </a:p>
          <a:p>
            <a:pPr algn="ctr"/>
            <a:endParaRPr lang="en-AU" sz="2400" dirty="0">
              <a:solidFill>
                <a:schemeClr val="accent1"/>
              </a:solidFill>
            </a:endParaRPr>
          </a:p>
          <a:p>
            <a:r>
              <a:rPr lang="en-AU" sz="2400" dirty="0">
                <a:solidFill>
                  <a:schemeClr val="accent1"/>
                </a:solidFill>
              </a:rPr>
              <a:t>	</a:t>
            </a:r>
            <a:r>
              <a:rPr lang="en-AU" sz="2400" dirty="0">
                <a:solidFill>
                  <a:srgbClr val="FCBA00"/>
                </a:solidFill>
              </a:rPr>
              <a:t>RQ 1: </a:t>
            </a:r>
            <a:r>
              <a:rPr lang="en-AU" sz="2400" dirty="0"/>
              <a:t>What forms of vulgarity are used on Twitter in the </a:t>
            </a:r>
            <a:br>
              <a:rPr lang="en-AU" sz="2400" dirty="0"/>
            </a:br>
            <a:r>
              <a:rPr lang="en-AU" sz="2400" dirty="0"/>
              <a:t>		US, Great Britain, and Australia? </a:t>
            </a:r>
          </a:p>
          <a:p>
            <a:endParaRPr lang="en-AU" sz="2400" dirty="0"/>
          </a:p>
          <a:p>
            <a:r>
              <a:rPr lang="en-AU" sz="2400" dirty="0"/>
              <a:t>	</a:t>
            </a:r>
            <a:r>
              <a:rPr lang="en-AU" sz="2400" dirty="0">
                <a:solidFill>
                  <a:srgbClr val="FCBA00"/>
                </a:solidFill>
              </a:rPr>
              <a:t>RQ 2: </a:t>
            </a:r>
            <a:r>
              <a:rPr lang="en-AU" sz="2400" dirty="0"/>
              <a:t>What topics are associated with vulgarity on Twitter </a:t>
            </a:r>
            <a:br>
              <a:rPr lang="en-AU" sz="2400" dirty="0"/>
            </a:br>
            <a:r>
              <a:rPr lang="en-AU" sz="2400" dirty="0"/>
              <a:t>		in the US, Great Britain, and Australia?</a:t>
            </a:r>
          </a:p>
          <a:p>
            <a:pPr algn="ctr"/>
            <a:endParaRPr lang="en-AU" sz="2400" dirty="0">
              <a:solidFill>
                <a:schemeClr val="accent1"/>
              </a:solidFill>
            </a:endParaRPr>
          </a:p>
        </p:txBody>
      </p:sp>
      <p:sp>
        <p:nvSpPr>
          <p:cNvPr id="2" name="Slide Number Placeholder 1">
            <a:extLst>
              <a:ext uri="{FF2B5EF4-FFF2-40B4-BE49-F238E27FC236}">
                <a16:creationId xmlns:a16="http://schemas.microsoft.com/office/drawing/2014/main" id="{B1AF07FD-C1EB-41BD-8B33-65536C938B92}"/>
              </a:ext>
            </a:extLst>
          </p:cNvPr>
          <p:cNvSpPr>
            <a:spLocks noGrp="1"/>
          </p:cNvSpPr>
          <p:nvPr>
            <p:ph type="sldNum" sz="quarter" idx="12"/>
          </p:nvPr>
        </p:nvSpPr>
        <p:spPr/>
        <p:txBody>
          <a:bodyPr/>
          <a:lstStyle/>
          <a:p>
            <a:fld id="{E31375A4-56A4-47D6-9801-1991572033F7}" type="slidenum">
              <a:rPr lang="en-AU" smtClean="0"/>
              <a:t>9</a:t>
            </a:fld>
            <a:endParaRPr lang="en-AU"/>
          </a:p>
        </p:txBody>
      </p:sp>
    </p:spTree>
    <p:extLst>
      <p:ext uri="{BB962C8B-B14F-4D97-AF65-F5344CB8AC3E}">
        <p14:creationId xmlns:p14="http://schemas.microsoft.com/office/powerpoint/2010/main" val="1645419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a:xfrm>
            <a:off x="695327" y="1052736"/>
            <a:ext cx="10801350" cy="469056"/>
          </a:xfrm>
        </p:spPr>
        <p:txBody>
          <a:bodyPr>
            <a:normAutofit/>
          </a:bodyPr>
          <a:lstStyle/>
          <a:p>
            <a:r>
              <a:rPr lang="de-DE" dirty="0">
                <a:solidFill>
                  <a:srgbClr val="004E9F"/>
                </a:solidFill>
              </a:rPr>
              <a:t>Data</a:t>
            </a:r>
          </a:p>
        </p:txBody>
      </p:sp>
      <p:sp>
        <p:nvSpPr>
          <p:cNvPr id="8" name="Content Placeholder 2">
            <a:extLst>
              <a:ext uri="{FF2B5EF4-FFF2-40B4-BE49-F238E27FC236}">
                <a16:creationId xmlns:a16="http://schemas.microsoft.com/office/drawing/2014/main" id="{ACDFE7B5-F27B-3FBF-B076-FE17F5E69485}"/>
              </a:ext>
            </a:extLst>
          </p:cNvPr>
          <p:cNvSpPr>
            <a:spLocks noGrp="1"/>
          </p:cNvSpPr>
          <p:nvPr>
            <p:ph idx="1"/>
          </p:nvPr>
        </p:nvSpPr>
        <p:spPr>
          <a:xfrm>
            <a:off x="695326" y="1700213"/>
            <a:ext cx="5544690" cy="4608515"/>
          </a:xfrm>
        </p:spPr>
        <p:txBody>
          <a:bodyPr>
            <a:normAutofit/>
          </a:bodyPr>
          <a:lstStyle/>
          <a:p>
            <a:r>
              <a:rPr lang="en-AU" dirty="0"/>
              <a:t>Tweets collected on June 21, 2022 by a selection of </a:t>
            </a:r>
            <a:br>
              <a:rPr lang="en-AU" dirty="0"/>
            </a:br>
            <a:r>
              <a:rPr lang="en-AU" dirty="0"/>
              <a:t>Australian, British, and US American users collected </a:t>
            </a:r>
            <a:br>
              <a:rPr lang="en-AU" dirty="0"/>
            </a:br>
            <a:r>
              <a:rPr lang="en-AU" dirty="0"/>
              <a:t>by collaborators at FIN-CLARIAH and UQ</a:t>
            </a:r>
          </a:p>
          <a:p>
            <a:pPr marL="285750" indent="-285750">
              <a:buFont typeface="Arial" panose="020B0604020202020204" pitchFamily="34" charset="0"/>
              <a:buChar char="•"/>
            </a:pPr>
            <a:r>
              <a:rPr lang="en-AU" dirty="0"/>
              <a:t>Data contained information about</a:t>
            </a:r>
          </a:p>
          <a:p>
            <a:pPr marL="465750" lvl="1" indent="-285750"/>
            <a:r>
              <a:rPr lang="en-AU" dirty="0"/>
              <a:t>the tweet</a:t>
            </a:r>
            <a:br>
              <a:rPr lang="en-AU" dirty="0"/>
            </a:br>
            <a:r>
              <a:rPr lang="en-AU" dirty="0"/>
              <a:t>(location, when created, reply, retweet)</a:t>
            </a:r>
          </a:p>
          <a:p>
            <a:pPr marL="465750" lvl="1" indent="-285750"/>
            <a:r>
              <a:rPr lang="en-AU" dirty="0"/>
              <a:t>the user (followers, following, verified)</a:t>
            </a:r>
          </a:p>
          <a:p>
            <a:pPr marL="465750" lvl="1" indent="-285750"/>
            <a:r>
              <a:rPr lang="en-AU" dirty="0"/>
              <a:t>text of the tweet</a:t>
            </a:r>
          </a:p>
          <a:p>
            <a:r>
              <a:rPr lang="en-AU" dirty="0"/>
              <a:t>Removed: Spanish tweets | function words</a:t>
            </a:r>
          </a:p>
        </p:txBody>
      </p:sp>
      <p:pic>
        <p:nvPicPr>
          <p:cNvPr id="9" name="Picture 8">
            <a:extLst>
              <a:ext uri="{FF2B5EF4-FFF2-40B4-BE49-F238E27FC236}">
                <a16:creationId xmlns:a16="http://schemas.microsoft.com/office/drawing/2014/main" id="{DB29270C-BC67-2D72-492E-AF75591D361C}"/>
              </a:ext>
            </a:extLst>
          </p:cNvPr>
          <p:cNvPicPr>
            <a:picLocks noChangeAspect="1"/>
          </p:cNvPicPr>
          <p:nvPr/>
        </p:nvPicPr>
        <p:blipFill>
          <a:blip r:embed="rId2"/>
          <a:stretch>
            <a:fillRect/>
          </a:stretch>
        </p:blipFill>
        <p:spPr>
          <a:xfrm>
            <a:off x="5735960" y="2420888"/>
            <a:ext cx="6174684" cy="2304256"/>
          </a:xfrm>
          <a:prstGeom prst="rect">
            <a:avLst/>
          </a:prstGeom>
        </p:spPr>
      </p:pic>
      <p:sp>
        <p:nvSpPr>
          <p:cNvPr id="3" name="Slide Number Placeholder 2">
            <a:extLst>
              <a:ext uri="{FF2B5EF4-FFF2-40B4-BE49-F238E27FC236}">
                <a16:creationId xmlns:a16="http://schemas.microsoft.com/office/drawing/2014/main" id="{402387CE-D6A4-43E5-9147-EF0DD50511E1}"/>
              </a:ext>
            </a:extLst>
          </p:cNvPr>
          <p:cNvSpPr>
            <a:spLocks noGrp="1"/>
          </p:cNvSpPr>
          <p:nvPr>
            <p:ph type="sldNum" sz="quarter" idx="12"/>
          </p:nvPr>
        </p:nvSpPr>
        <p:spPr/>
        <p:txBody>
          <a:bodyPr/>
          <a:lstStyle/>
          <a:p>
            <a:fld id="{E31375A4-56A4-47D6-9801-1991572033F7}" type="slidenum">
              <a:rPr lang="en-AU" smtClean="0"/>
              <a:t>10</a:t>
            </a:fld>
            <a:endParaRPr lang="en-AU"/>
          </a:p>
        </p:txBody>
      </p:sp>
    </p:spTree>
    <p:extLst>
      <p:ext uri="{BB962C8B-B14F-4D97-AF65-F5344CB8AC3E}">
        <p14:creationId xmlns:p14="http://schemas.microsoft.com/office/powerpoint/2010/main" val="2834457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C299997-E22D-4486-9012-0F2D7C2D05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27648" y="783208"/>
            <a:ext cx="6048672" cy="6048672"/>
          </a:xfrm>
          <a:prstGeom prst="rect">
            <a:avLst/>
          </a:prstGeom>
        </p:spPr>
      </p:pic>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a:xfrm>
            <a:off x="695327" y="548680"/>
            <a:ext cx="10801350" cy="469056"/>
          </a:xfrm>
        </p:spPr>
        <p:txBody>
          <a:bodyPr>
            <a:normAutofit/>
          </a:bodyPr>
          <a:lstStyle/>
          <a:p>
            <a:r>
              <a:rPr lang="de-DE" dirty="0">
                <a:solidFill>
                  <a:srgbClr val="004E9F"/>
                </a:solidFill>
              </a:rPr>
              <a:t>Overview of frequencies across location</a:t>
            </a:r>
          </a:p>
        </p:txBody>
      </p:sp>
      <p:sp>
        <p:nvSpPr>
          <p:cNvPr id="4" name="Slide Number Placeholder 3">
            <a:extLst>
              <a:ext uri="{FF2B5EF4-FFF2-40B4-BE49-F238E27FC236}">
                <a16:creationId xmlns:a16="http://schemas.microsoft.com/office/drawing/2014/main" id="{920D3E04-2E33-451C-B4C1-1A033AFB440C}"/>
              </a:ext>
            </a:extLst>
          </p:cNvPr>
          <p:cNvSpPr>
            <a:spLocks noGrp="1"/>
          </p:cNvSpPr>
          <p:nvPr>
            <p:ph type="sldNum" sz="quarter" idx="12"/>
          </p:nvPr>
        </p:nvSpPr>
        <p:spPr/>
        <p:txBody>
          <a:bodyPr/>
          <a:lstStyle/>
          <a:p>
            <a:fld id="{E31375A4-56A4-47D6-9801-1991572033F7}" type="slidenum">
              <a:rPr lang="en-AU" smtClean="0"/>
              <a:t>11</a:t>
            </a:fld>
            <a:endParaRPr lang="en-AU"/>
          </a:p>
        </p:txBody>
      </p:sp>
    </p:spTree>
    <p:extLst>
      <p:ext uri="{BB962C8B-B14F-4D97-AF65-F5344CB8AC3E}">
        <p14:creationId xmlns:p14="http://schemas.microsoft.com/office/powerpoint/2010/main" val="565027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5830C68-D685-402A-9087-B601AD960E0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03512" y="1096585"/>
            <a:ext cx="9289032" cy="5733967"/>
          </a:xfrm>
          <a:prstGeom prst="rect">
            <a:avLst/>
          </a:prstGeom>
        </p:spPr>
      </p:pic>
      <p:sp>
        <p:nvSpPr>
          <p:cNvPr id="4" name="Slide Number Placeholder 3">
            <a:extLst>
              <a:ext uri="{FF2B5EF4-FFF2-40B4-BE49-F238E27FC236}">
                <a16:creationId xmlns:a16="http://schemas.microsoft.com/office/drawing/2014/main" id="{920D3E04-2E33-451C-B4C1-1A033AFB440C}"/>
              </a:ext>
            </a:extLst>
          </p:cNvPr>
          <p:cNvSpPr>
            <a:spLocks noGrp="1"/>
          </p:cNvSpPr>
          <p:nvPr>
            <p:ph type="sldNum" sz="quarter" idx="12"/>
          </p:nvPr>
        </p:nvSpPr>
        <p:spPr/>
        <p:txBody>
          <a:bodyPr/>
          <a:lstStyle/>
          <a:p>
            <a:fld id="{E31375A4-56A4-47D6-9801-1991572033F7}" type="slidenum">
              <a:rPr lang="en-AU" smtClean="0"/>
              <a:t>12</a:t>
            </a:fld>
            <a:endParaRPr lang="en-AU"/>
          </a:p>
        </p:txBody>
      </p:sp>
      <p:sp>
        <p:nvSpPr>
          <p:cNvPr id="8" name="Title 1">
            <a:extLst>
              <a:ext uri="{FF2B5EF4-FFF2-40B4-BE49-F238E27FC236}">
                <a16:creationId xmlns:a16="http://schemas.microsoft.com/office/drawing/2014/main" id="{187CE123-28BB-4225-9254-75C94062BCD1}"/>
              </a:ext>
            </a:extLst>
          </p:cNvPr>
          <p:cNvSpPr txBox="1">
            <a:spLocks/>
          </p:cNvSpPr>
          <p:nvPr/>
        </p:nvSpPr>
        <p:spPr>
          <a:xfrm>
            <a:off x="695327" y="548680"/>
            <a:ext cx="10801350" cy="469056"/>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3400" b="0" kern="1200">
                <a:solidFill>
                  <a:schemeClr val="accent1"/>
                </a:solidFill>
                <a:latin typeface="+mj-lt"/>
                <a:ea typeface="+mj-ea"/>
                <a:cs typeface="+mj-cs"/>
              </a:defRPr>
            </a:lvl1pPr>
          </a:lstStyle>
          <a:p>
            <a:r>
              <a:rPr lang="de-DE" dirty="0">
                <a:solidFill>
                  <a:srgbClr val="004E9F"/>
                </a:solidFill>
              </a:rPr>
              <a:t>Overview of frequencies across time of day</a:t>
            </a:r>
          </a:p>
        </p:txBody>
      </p:sp>
    </p:spTree>
    <p:extLst>
      <p:ext uri="{BB962C8B-B14F-4D97-AF65-F5344CB8AC3E}">
        <p14:creationId xmlns:p14="http://schemas.microsoft.com/office/powerpoint/2010/main" val="412047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63E8DEB-FA75-B6DD-32A8-B621150D674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16280" y="1474497"/>
            <a:ext cx="2952328" cy="2530567"/>
          </a:xfrm>
          <a:prstGeom prst="rect">
            <a:avLst/>
          </a:prstGeom>
        </p:spPr>
      </p:pic>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a:xfrm>
            <a:off x="687642" y="1052736"/>
            <a:ext cx="10801350" cy="469056"/>
          </a:xfrm>
        </p:spPr>
        <p:txBody>
          <a:bodyPr>
            <a:normAutofit/>
          </a:bodyPr>
          <a:lstStyle/>
          <a:p>
            <a:r>
              <a:rPr lang="de-DE" dirty="0">
                <a:solidFill>
                  <a:srgbClr val="004E9F"/>
                </a:solidFill>
              </a:rPr>
              <a:t>Statistical </a:t>
            </a:r>
            <a:r>
              <a:rPr lang="de-DE" dirty="0" err="1">
                <a:solidFill>
                  <a:srgbClr val="004E9F"/>
                </a:solidFill>
              </a:rPr>
              <a:t>analysis</a:t>
            </a:r>
            <a:endParaRPr lang="de-DE" dirty="0">
              <a:solidFill>
                <a:srgbClr val="004E9F"/>
              </a:solidFill>
            </a:endParaRPr>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95326" y="1700213"/>
            <a:ext cx="10297218" cy="4916885"/>
          </a:xfrm>
        </p:spPr>
        <p:txBody>
          <a:bodyPr>
            <a:normAutofit/>
          </a:bodyPr>
          <a:lstStyle/>
          <a:p>
            <a:r>
              <a:rPr lang="en-AU" b="1" dirty="0"/>
              <a:t>Data Processing</a:t>
            </a:r>
          </a:p>
          <a:p>
            <a:pPr marL="285750" indent="-285750">
              <a:buFont typeface="Arial" panose="020B0604020202020204" pitchFamily="34" charset="0"/>
              <a:buChar char="•"/>
            </a:pPr>
            <a:r>
              <a:rPr lang="en-AU" dirty="0"/>
              <a:t>Twitter data extracted using the Twitter API </a:t>
            </a:r>
            <a:br>
              <a:rPr lang="en-AU" dirty="0"/>
            </a:br>
            <a:r>
              <a:rPr lang="en-AU" dirty="0"/>
              <a:t>(starting with individual users as seeds)</a:t>
            </a:r>
          </a:p>
          <a:p>
            <a:pPr marL="285750" indent="-285750">
              <a:buFont typeface="Arial" panose="020B0604020202020204" pitchFamily="34" charset="0"/>
              <a:buChar char="•"/>
            </a:pPr>
            <a:r>
              <a:rPr lang="en-AU" dirty="0"/>
              <a:t>From start to finish the entire analysis is performed in R/RStudio </a:t>
            </a:r>
            <a:br>
              <a:rPr lang="en-AU" dirty="0"/>
            </a:br>
            <a:r>
              <a:rPr lang="en-AU" dirty="0"/>
              <a:t>(guarantees reproducibility and flexibility in the analysis)</a:t>
            </a:r>
          </a:p>
          <a:p>
            <a:endParaRPr lang="en-AU" dirty="0"/>
          </a:p>
          <a:p>
            <a:r>
              <a:rPr lang="en-AU" b="1" dirty="0"/>
              <a:t>Statistical methods </a:t>
            </a:r>
          </a:p>
          <a:p>
            <a:pPr marL="285750" indent="-285750">
              <a:buFont typeface="Arial" panose="020B0604020202020204" pitchFamily="34" charset="0"/>
              <a:buChar char="•"/>
            </a:pPr>
            <a:r>
              <a:rPr lang="en-AU" b="1" dirty="0"/>
              <a:t>Frequency</a:t>
            </a:r>
            <a:r>
              <a:rPr lang="en-AU" dirty="0"/>
              <a:t> and </a:t>
            </a:r>
            <a:r>
              <a:rPr lang="en-AU" b="1" dirty="0" err="1"/>
              <a:t>Collostructional</a:t>
            </a:r>
            <a:r>
              <a:rPr lang="en-AU" b="1" dirty="0"/>
              <a:t> Analysis </a:t>
            </a:r>
            <a:r>
              <a:rPr lang="en-AU" dirty="0"/>
              <a:t>(RQ1: forms of vulgarity)</a:t>
            </a:r>
            <a:br>
              <a:rPr lang="en-AU" dirty="0"/>
            </a:br>
            <a:r>
              <a:rPr lang="en-AU" dirty="0"/>
              <a:t>to determine significant preferences within and across locations </a:t>
            </a:r>
            <a:br>
              <a:rPr lang="en-AU" dirty="0"/>
            </a:br>
            <a:r>
              <a:rPr lang="en-AU" dirty="0"/>
              <a:t>(e.g., if users in the US use </a:t>
            </a:r>
            <a:r>
              <a:rPr lang="en-AU" i="1" dirty="0" err="1"/>
              <a:t>wft</a:t>
            </a:r>
            <a:r>
              <a:rPr lang="en-AU" dirty="0"/>
              <a:t> more than users in Great Britain or Australia)</a:t>
            </a:r>
            <a:endParaRPr lang="en-AU" b="1" dirty="0"/>
          </a:p>
          <a:p>
            <a:pPr marL="285750" indent="-285750">
              <a:buFont typeface="Arial" panose="020B0604020202020204" pitchFamily="34" charset="0"/>
              <a:buChar char="•"/>
            </a:pPr>
            <a:r>
              <a:rPr lang="en-AU" b="1" dirty="0"/>
              <a:t>Topic modelling </a:t>
            </a:r>
            <a:r>
              <a:rPr lang="en-AU" dirty="0"/>
              <a:t>(RQ2: topics for vulgarity)</a:t>
            </a:r>
            <a:br>
              <a:rPr lang="en-AU" dirty="0"/>
            </a:br>
            <a:r>
              <a:rPr lang="en-AU" dirty="0"/>
              <a:t>to determine the topics of tweets </a:t>
            </a:r>
            <a:br>
              <a:rPr lang="en-AU" dirty="0"/>
            </a:br>
            <a:r>
              <a:rPr lang="en-AU" dirty="0"/>
              <a:t>(e.g. whether a tweet was about sport, politics, or family)</a:t>
            </a:r>
          </a:p>
        </p:txBody>
      </p:sp>
      <p:pic>
        <p:nvPicPr>
          <p:cNvPr id="5" name="Picture 4">
            <a:extLst>
              <a:ext uri="{FF2B5EF4-FFF2-40B4-BE49-F238E27FC236}">
                <a16:creationId xmlns:a16="http://schemas.microsoft.com/office/drawing/2014/main" id="{E5AB045F-46DF-A721-CBA1-21F62875C8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92344" y="240902"/>
            <a:ext cx="2745879" cy="963593"/>
          </a:xfrm>
          <a:prstGeom prst="rect">
            <a:avLst/>
          </a:prstGeom>
        </p:spPr>
      </p:pic>
      <p:pic>
        <p:nvPicPr>
          <p:cNvPr id="7" name="Picture 6">
            <a:extLst>
              <a:ext uri="{FF2B5EF4-FFF2-40B4-BE49-F238E27FC236}">
                <a16:creationId xmlns:a16="http://schemas.microsoft.com/office/drawing/2014/main" id="{F73322E3-FE42-7880-BAA3-E249CC34FC8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904312" y="4835969"/>
            <a:ext cx="3320052" cy="2049415"/>
          </a:xfrm>
          <a:prstGeom prst="rect">
            <a:avLst/>
          </a:prstGeom>
        </p:spPr>
      </p:pic>
      <p:sp>
        <p:nvSpPr>
          <p:cNvPr id="4" name="Slide Number Placeholder 3">
            <a:extLst>
              <a:ext uri="{FF2B5EF4-FFF2-40B4-BE49-F238E27FC236}">
                <a16:creationId xmlns:a16="http://schemas.microsoft.com/office/drawing/2014/main" id="{BC18B4EE-04EC-41DE-BD93-A9225B5C06F4}"/>
              </a:ext>
            </a:extLst>
          </p:cNvPr>
          <p:cNvSpPr>
            <a:spLocks noGrp="1"/>
          </p:cNvSpPr>
          <p:nvPr>
            <p:ph type="sldNum" sz="quarter" idx="12"/>
          </p:nvPr>
        </p:nvSpPr>
        <p:spPr/>
        <p:txBody>
          <a:bodyPr/>
          <a:lstStyle/>
          <a:p>
            <a:fld id="{E31375A4-56A4-47D6-9801-1991572033F7}" type="slidenum">
              <a:rPr lang="en-AU" smtClean="0"/>
              <a:t>13</a:t>
            </a:fld>
            <a:endParaRPr lang="en-AU"/>
          </a:p>
        </p:txBody>
      </p:sp>
    </p:spTree>
    <p:extLst>
      <p:ext uri="{BB962C8B-B14F-4D97-AF65-F5344CB8AC3E}">
        <p14:creationId xmlns:p14="http://schemas.microsoft.com/office/powerpoint/2010/main" val="873613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a:xfrm>
            <a:off x="695327" y="1121601"/>
            <a:ext cx="10801350" cy="469056"/>
          </a:xfrm>
        </p:spPr>
        <p:txBody>
          <a:bodyPr>
            <a:normAutofit/>
          </a:bodyPr>
          <a:lstStyle/>
          <a:p>
            <a:r>
              <a:rPr lang="de-DE" dirty="0">
                <a:solidFill>
                  <a:srgbClr val="004E9F"/>
                </a:solidFill>
              </a:rPr>
              <a:t>Forms of Vulgarity </a:t>
            </a:r>
            <a:r>
              <a:rPr lang="de-DE" sz="2400" dirty="0">
                <a:solidFill>
                  <a:srgbClr val="004E9F"/>
                </a:solidFill>
              </a:rPr>
              <a:t>(RQ1)</a:t>
            </a:r>
            <a:endParaRPr lang="de-DE" dirty="0">
              <a:solidFill>
                <a:srgbClr val="004E9F"/>
              </a:solidFill>
            </a:endParaRPr>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95327" y="1700213"/>
            <a:ext cx="3456457" cy="4825131"/>
          </a:xfrm>
        </p:spPr>
        <p:txBody>
          <a:bodyPr>
            <a:normAutofit/>
          </a:bodyPr>
          <a:lstStyle/>
          <a:p>
            <a:r>
              <a:rPr lang="en-AU" dirty="0"/>
              <a:t>Vulgar tokens were identified based on a  list of candidates (281 elements, 22 lemmas)</a:t>
            </a:r>
          </a:p>
          <a:p>
            <a:pPr marL="285750" indent="-285750">
              <a:buFont typeface="Arial" panose="020B0604020202020204" pitchFamily="34" charset="0"/>
              <a:buChar char="•"/>
            </a:pPr>
            <a:r>
              <a:rPr lang="en-AU" dirty="0"/>
              <a:t>111,919 vulgar tokens </a:t>
            </a:r>
            <a:br>
              <a:rPr lang="en-AU" dirty="0"/>
            </a:br>
            <a:r>
              <a:rPr lang="en-AU" dirty="0"/>
              <a:t>(180 types)</a:t>
            </a:r>
          </a:p>
          <a:p>
            <a:r>
              <a:rPr lang="en-AU" dirty="0"/>
              <a:t>Selected examples</a:t>
            </a:r>
          </a:p>
          <a:p>
            <a:r>
              <a:rPr lang="en-AU" sz="1200" b="1" dirty="0">
                <a:solidFill>
                  <a:srgbClr val="004E9F"/>
                </a:solidFill>
                <a:latin typeface="Courier New" panose="02070309020205020404" pitchFamily="49" charset="0"/>
                <a:cs typeface="Courier New" panose="02070309020205020404" pitchFamily="49" charset="0"/>
              </a:rPr>
              <a:t>I fucking love disco too </a:t>
            </a:r>
            <a:br>
              <a:rPr lang="en-AU" sz="1200" dirty="0">
                <a:latin typeface="Courier New" panose="02070309020205020404" pitchFamily="49" charset="0"/>
                <a:cs typeface="Courier New" panose="02070309020205020404" pitchFamily="49" charset="0"/>
              </a:rPr>
            </a:br>
            <a:r>
              <a:rPr lang="en-AU" sz="1200" dirty="0">
                <a:latin typeface="Courier New" panose="02070309020205020404" pitchFamily="49" charset="0"/>
                <a:cs typeface="Courier New" panose="02070309020205020404" pitchFamily="49" charset="0"/>
              </a:rPr>
              <a:t>(us: 1539071912848110000)</a:t>
            </a:r>
          </a:p>
          <a:p>
            <a:r>
              <a:rPr lang="en-AU" sz="1200" b="1" dirty="0">
                <a:solidFill>
                  <a:srgbClr val="004E9F"/>
                </a:solidFill>
                <a:latin typeface="Courier New" panose="02070309020205020404" pitchFamily="49" charset="0"/>
                <a:cs typeface="Courier New" panose="02070309020205020404" pitchFamily="49" charset="0"/>
              </a:rPr>
              <a:t>@Mahj___ </a:t>
            </a:r>
            <a:r>
              <a:rPr lang="en-AU" sz="1200" b="1" dirty="0" err="1">
                <a:solidFill>
                  <a:srgbClr val="004E9F"/>
                </a:solidFill>
                <a:latin typeface="Courier New" panose="02070309020205020404" pitchFamily="49" charset="0"/>
                <a:cs typeface="Courier New" panose="02070309020205020404" pitchFamily="49" charset="0"/>
              </a:rPr>
              <a:t>Wtfffffffff</a:t>
            </a:r>
            <a:r>
              <a:rPr lang="en-AU" sz="1200" dirty="0">
                <a:latin typeface="Courier New" panose="02070309020205020404" pitchFamily="49" charset="0"/>
                <a:cs typeface="Courier New" panose="02070309020205020404" pitchFamily="49" charset="0"/>
              </a:rPr>
              <a:t>😭😭😭😭 </a:t>
            </a:r>
            <a:br>
              <a:rPr lang="en-AU" sz="1200" dirty="0">
                <a:latin typeface="Courier New" panose="02070309020205020404" pitchFamily="49" charset="0"/>
                <a:cs typeface="Courier New" panose="02070309020205020404" pitchFamily="49" charset="0"/>
              </a:rPr>
            </a:br>
            <a:r>
              <a:rPr lang="en-AU" sz="1200" dirty="0">
                <a:latin typeface="Courier New" panose="02070309020205020404" pitchFamily="49" charset="0"/>
                <a:cs typeface="Courier New" panose="02070309020205020404" pitchFamily="49" charset="0"/>
              </a:rPr>
              <a:t>(us: 1539071926584360000)</a:t>
            </a:r>
          </a:p>
          <a:p>
            <a:r>
              <a:rPr lang="en-AU" sz="1200" b="1" dirty="0">
                <a:solidFill>
                  <a:srgbClr val="004E9F"/>
                </a:solidFill>
                <a:latin typeface="Courier New" panose="02070309020205020404" pitchFamily="49" charset="0"/>
                <a:cs typeface="Courier New" panose="02070309020205020404" pitchFamily="49" charset="0"/>
              </a:rPr>
              <a:t>OMG #BREAKMYSOUL IS A BOP LMFAO WTFFFFFF </a:t>
            </a:r>
            <a:r>
              <a:rPr lang="en-AU" sz="1200" dirty="0">
                <a:latin typeface="Courier New" panose="02070309020205020404" pitchFamily="49" charset="0"/>
                <a:cs typeface="Courier New" panose="02070309020205020404" pitchFamily="49" charset="0"/>
              </a:rPr>
              <a:t>https://t.co/3TFVP3vC4Y </a:t>
            </a:r>
            <a:br>
              <a:rPr lang="en-AU" sz="1200" dirty="0">
                <a:latin typeface="Courier New" panose="02070309020205020404" pitchFamily="49" charset="0"/>
                <a:cs typeface="Courier New" panose="02070309020205020404" pitchFamily="49" charset="0"/>
              </a:rPr>
            </a:br>
            <a:r>
              <a:rPr lang="en-AU" sz="1200" dirty="0">
                <a:latin typeface="Courier New" panose="02070309020205020404" pitchFamily="49" charset="0"/>
                <a:cs typeface="Courier New" panose="02070309020205020404" pitchFamily="49" charset="0"/>
              </a:rPr>
              <a:t>(us: 1539071886226660000)</a:t>
            </a:r>
          </a:p>
          <a:p>
            <a:r>
              <a:rPr lang="en-AU" sz="1200" b="1" dirty="0">
                <a:solidFill>
                  <a:srgbClr val="004E9F"/>
                </a:solidFill>
                <a:latin typeface="Courier New" panose="02070309020205020404" pitchFamily="49" charset="0"/>
                <a:cs typeface="Courier New" panose="02070309020205020404" pitchFamily="49" charset="0"/>
              </a:rPr>
              <a:t>@JTTH0R yea ok LMFAOOO </a:t>
            </a:r>
            <a:br>
              <a:rPr lang="en-AU" sz="1200" dirty="0">
                <a:latin typeface="Courier New" panose="02070309020205020404" pitchFamily="49" charset="0"/>
                <a:cs typeface="Courier New" panose="02070309020205020404" pitchFamily="49" charset="0"/>
              </a:rPr>
            </a:br>
            <a:r>
              <a:rPr lang="en-AU" sz="1200" dirty="0">
                <a:latin typeface="Courier New" panose="02070309020205020404" pitchFamily="49" charset="0"/>
                <a:cs typeface="Courier New" panose="02070309020205020404" pitchFamily="49" charset="0"/>
              </a:rPr>
              <a:t>(us: 1539072061305410000)</a:t>
            </a:r>
          </a:p>
          <a:p>
            <a:r>
              <a:rPr lang="en-AU" sz="1200" b="1" dirty="0">
                <a:solidFill>
                  <a:srgbClr val="004E9F"/>
                </a:solidFill>
                <a:latin typeface="Courier New" panose="02070309020205020404" pitchFamily="49" charset="0"/>
                <a:cs typeface="Courier New" panose="02070309020205020404" pitchFamily="49" charset="0"/>
              </a:rPr>
              <a:t>Anne is a lame bitch .. I know Rollie whooped that ass lol </a:t>
            </a:r>
            <a:br>
              <a:rPr lang="en-AU" sz="1200" dirty="0">
                <a:latin typeface="Courier New" panose="02070309020205020404" pitchFamily="49" charset="0"/>
                <a:cs typeface="Courier New" panose="02070309020205020404" pitchFamily="49" charset="0"/>
              </a:rPr>
            </a:br>
            <a:r>
              <a:rPr lang="en-AU" sz="1200" dirty="0">
                <a:latin typeface="Courier New" panose="02070309020205020404" pitchFamily="49" charset="0"/>
                <a:cs typeface="Courier New" panose="02070309020205020404" pitchFamily="49" charset="0"/>
              </a:rPr>
              <a:t>(us: 1539112482454790000)</a:t>
            </a:r>
          </a:p>
        </p:txBody>
      </p:sp>
      <p:sp>
        <p:nvSpPr>
          <p:cNvPr id="5" name="Slide Number Placeholder 4">
            <a:extLst>
              <a:ext uri="{FF2B5EF4-FFF2-40B4-BE49-F238E27FC236}">
                <a16:creationId xmlns:a16="http://schemas.microsoft.com/office/drawing/2014/main" id="{246502EE-2CDF-4A25-B990-9C572FE3876C}"/>
              </a:ext>
            </a:extLst>
          </p:cNvPr>
          <p:cNvSpPr>
            <a:spLocks noGrp="1"/>
          </p:cNvSpPr>
          <p:nvPr>
            <p:ph type="sldNum" sz="quarter" idx="12"/>
          </p:nvPr>
        </p:nvSpPr>
        <p:spPr/>
        <p:txBody>
          <a:bodyPr/>
          <a:lstStyle/>
          <a:p>
            <a:fld id="{E31375A4-56A4-47D6-9801-1991572033F7}" type="slidenum">
              <a:rPr lang="en-AU" smtClean="0"/>
              <a:t>14</a:t>
            </a:fld>
            <a:endParaRPr lang="en-AU"/>
          </a:p>
        </p:txBody>
      </p:sp>
      <p:pic>
        <p:nvPicPr>
          <p:cNvPr id="6" name="Picture 5">
            <a:extLst>
              <a:ext uri="{FF2B5EF4-FFF2-40B4-BE49-F238E27FC236}">
                <a16:creationId xmlns:a16="http://schemas.microsoft.com/office/drawing/2014/main" id="{B198E812-7293-EC76-E742-06A28798C10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91743" y="1590658"/>
            <a:ext cx="8368423" cy="5168731"/>
          </a:xfrm>
          <a:prstGeom prst="rect">
            <a:avLst/>
          </a:prstGeom>
        </p:spPr>
      </p:pic>
    </p:spTree>
    <p:extLst>
      <p:ext uri="{BB962C8B-B14F-4D97-AF65-F5344CB8AC3E}">
        <p14:creationId xmlns:p14="http://schemas.microsoft.com/office/powerpoint/2010/main" val="634825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AF8D79E-CCAF-4D89-BD02-2EBCCDA13E7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91744" y="1666229"/>
            <a:ext cx="8400256" cy="5191771"/>
          </a:xfrm>
          <a:prstGeom prst="rect">
            <a:avLst/>
          </a:prstGeom>
        </p:spPr>
      </p:pic>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a:xfrm>
            <a:off x="695327" y="1106813"/>
            <a:ext cx="10801350" cy="469056"/>
          </a:xfrm>
        </p:spPr>
        <p:txBody>
          <a:bodyPr>
            <a:normAutofit/>
          </a:bodyPr>
          <a:lstStyle/>
          <a:p>
            <a:r>
              <a:rPr lang="de-DE" dirty="0">
                <a:solidFill>
                  <a:srgbClr val="004E9F"/>
                </a:solidFill>
              </a:rPr>
              <a:t>Forms of Vulgarity </a:t>
            </a:r>
            <a:r>
              <a:rPr lang="de-DE" sz="2400" dirty="0">
                <a:solidFill>
                  <a:srgbClr val="004E9F"/>
                </a:solidFill>
              </a:rPr>
              <a:t>(RQ1)</a:t>
            </a:r>
            <a:endParaRPr lang="de-DE" dirty="0">
              <a:solidFill>
                <a:srgbClr val="004E9F"/>
              </a:solidFill>
            </a:endParaRPr>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95327" y="1700213"/>
            <a:ext cx="3456457" cy="4608515"/>
          </a:xfrm>
        </p:spPr>
        <p:txBody>
          <a:bodyPr>
            <a:normAutofit/>
          </a:bodyPr>
          <a:lstStyle/>
          <a:p>
            <a:r>
              <a:rPr lang="en-AU" dirty="0"/>
              <a:t>Vulgar tokens were identified based on a  list of candidates (281 elements, 22 lemmas)</a:t>
            </a:r>
          </a:p>
          <a:p>
            <a:pPr marL="285750" indent="-285750">
              <a:buFont typeface="Arial" panose="020B0604020202020204" pitchFamily="34" charset="0"/>
              <a:buChar char="•"/>
            </a:pPr>
            <a:r>
              <a:rPr lang="en-AU" dirty="0"/>
              <a:t>111,919 vulgar tokens </a:t>
            </a:r>
            <a:br>
              <a:rPr lang="en-AU" dirty="0"/>
            </a:br>
            <a:r>
              <a:rPr lang="en-AU" dirty="0"/>
              <a:t>(180 types)</a:t>
            </a:r>
          </a:p>
          <a:p>
            <a:r>
              <a:rPr lang="en-AU" dirty="0"/>
              <a:t>Selected examples</a:t>
            </a:r>
          </a:p>
          <a:p>
            <a:r>
              <a:rPr lang="en-AU" sz="1200" b="1" dirty="0">
                <a:solidFill>
                  <a:srgbClr val="004E9F"/>
                </a:solidFill>
                <a:latin typeface="Courier New" panose="02070309020205020404" pitchFamily="49" charset="0"/>
                <a:cs typeface="Courier New" panose="02070309020205020404" pitchFamily="49" charset="0"/>
              </a:rPr>
              <a:t>SO. FUCKING. ANGRY.</a:t>
            </a:r>
            <a:br>
              <a:rPr lang="en-AU" sz="1200" dirty="0">
                <a:latin typeface="Courier New" panose="02070309020205020404" pitchFamily="49" charset="0"/>
                <a:cs typeface="Courier New" panose="02070309020205020404" pitchFamily="49" charset="0"/>
              </a:rPr>
            </a:br>
            <a:r>
              <a:rPr lang="en-AU" sz="1200" dirty="0">
                <a:latin typeface="Courier New" panose="02070309020205020404" pitchFamily="49" charset="0"/>
                <a:cs typeface="Courier New" panose="02070309020205020404" pitchFamily="49" charset="0"/>
              </a:rPr>
              <a:t>(us: 1539329043472030000)</a:t>
            </a:r>
          </a:p>
          <a:p>
            <a:r>
              <a:rPr lang="en-AU" sz="1200" b="1" dirty="0">
                <a:solidFill>
                  <a:srgbClr val="004E9F"/>
                </a:solidFill>
                <a:latin typeface="Courier New" panose="02070309020205020404" pitchFamily="49" charset="0"/>
                <a:cs typeface="Courier New" panose="02070309020205020404" pitchFamily="49" charset="0"/>
              </a:rPr>
              <a:t>Quite frankly, I fucking adore the rude-ass little bitch that is </a:t>
            </a:r>
            <a:r>
              <a:rPr lang="en-AU" sz="1200" b="1" dirty="0" err="1">
                <a:solidFill>
                  <a:srgbClr val="004E9F"/>
                </a:solidFill>
                <a:latin typeface="Courier New" panose="02070309020205020404" pitchFamily="49" charset="0"/>
                <a:cs typeface="Courier New" panose="02070309020205020404" pitchFamily="49" charset="0"/>
              </a:rPr>
              <a:t>Byakuya</a:t>
            </a:r>
            <a:r>
              <a:rPr lang="en-AU" sz="1200" b="1" dirty="0">
                <a:solidFill>
                  <a:srgbClr val="004E9F"/>
                </a:solidFill>
                <a:latin typeface="Courier New" panose="02070309020205020404" pitchFamily="49" charset="0"/>
                <a:cs typeface="Courier New" panose="02070309020205020404" pitchFamily="49" charset="0"/>
              </a:rPr>
              <a:t> Togami</a:t>
            </a:r>
            <a:br>
              <a:rPr lang="en-AU" sz="1200" dirty="0">
                <a:latin typeface="Courier New" panose="02070309020205020404" pitchFamily="49" charset="0"/>
                <a:cs typeface="Courier New" panose="02070309020205020404" pitchFamily="49" charset="0"/>
              </a:rPr>
            </a:br>
            <a:r>
              <a:rPr lang="en-AU" sz="1200" dirty="0">
                <a:latin typeface="Courier New" panose="02070309020205020404" pitchFamily="49" charset="0"/>
                <a:cs typeface="Courier New" panose="02070309020205020404" pitchFamily="49" charset="0"/>
              </a:rPr>
              <a:t>(us: 1539329027932030000)</a:t>
            </a:r>
          </a:p>
          <a:p>
            <a:r>
              <a:rPr lang="en-AU" sz="1200" b="1" dirty="0">
                <a:solidFill>
                  <a:srgbClr val="004E9F"/>
                </a:solidFill>
                <a:latin typeface="Courier New" panose="02070309020205020404" pitchFamily="49" charset="0"/>
                <a:cs typeface="Courier New" panose="02070309020205020404" pitchFamily="49" charset="0"/>
              </a:rPr>
              <a:t>Chelsea </a:t>
            </a:r>
            <a:r>
              <a:rPr lang="en-AU" sz="1200" b="1" dirty="0" err="1">
                <a:solidFill>
                  <a:srgbClr val="004E9F"/>
                </a:solidFill>
                <a:latin typeface="Courier New" panose="02070309020205020404" pitchFamily="49" charset="0"/>
                <a:cs typeface="Courier New" panose="02070309020205020404" pitchFamily="49" charset="0"/>
              </a:rPr>
              <a:t>na</a:t>
            </a:r>
            <a:r>
              <a:rPr lang="en-AU" sz="1200" b="1" dirty="0">
                <a:solidFill>
                  <a:srgbClr val="004E9F"/>
                </a:solidFill>
                <a:latin typeface="Courier New" panose="02070309020205020404" pitchFamily="49" charset="0"/>
                <a:cs typeface="Courier New" panose="02070309020205020404" pitchFamily="49" charset="0"/>
              </a:rPr>
              <a:t> </a:t>
            </a:r>
            <a:r>
              <a:rPr lang="en-AU" sz="1200" b="1" dirty="0" err="1">
                <a:solidFill>
                  <a:srgbClr val="004E9F"/>
                </a:solidFill>
                <a:latin typeface="Courier New" panose="02070309020205020404" pitchFamily="49" charset="0"/>
                <a:cs typeface="Courier New" panose="02070309020205020404" pitchFamily="49" charset="0"/>
              </a:rPr>
              <a:t>mumu</a:t>
            </a:r>
            <a:r>
              <a:rPr lang="en-AU" sz="1200" b="1" dirty="0">
                <a:solidFill>
                  <a:srgbClr val="004E9F"/>
                </a:solidFill>
                <a:latin typeface="Courier New" panose="02070309020205020404" pitchFamily="49" charset="0"/>
                <a:cs typeface="Courier New" panose="02070309020205020404" pitchFamily="49" charset="0"/>
              </a:rPr>
              <a:t> club for that Lukaku shit </a:t>
            </a:r>
            <a:r>
              <a:rPr lang="en-AU" sz="1200" dirty="0">
                <a:latin typeface="Courier New" panose="02070309020205020404" pitchFamily="49" charset="0"/>
                <a:cs typeface="Courier New" panose="02070309020205020404" pitchFamily="49" charset="0"/>
              </a:rPr>
              <a:t>🤣🤣🤣</a:t>
            </a:r>
            <a:br>
              <a:rPr lang="en-AU" sz="1200" dirty="0">
                <a:latin typeface="Courier New" panose="02070309020205020404" pitchFamily="49" charset="0"/>
                <a:cs typeface="Courier New" panose="02070309020205020404" pitchFamily="49" charset="0"/>
              </a:rPr>
            </a:br>
            <a:r>
              <a:rPr lang="en-AU" sz="1200" dirty="0">
                <a:latin typeface="Courier New" panose="02070309020205020404" pitchFamily="49" charset="0"/>
                <a:cs typeface="Courier New" panose="02070309020205020404" pitchFamily="49" charset="0"/>
              </a:rPr>
              <a:t>(us: 1539320606411340000)</a:t>
            </a:r>
          </a:p>
          <a:p>
            <a:r>
              <a:rPr lang="en-AU" sz="1200" b="1" dirty="0">
                <a:solidFill>
                  <a:srgbClr val="004E9F"/>
                </a:solidFill>
                <a:latin typeface="Courier New" panose="02070309020205020404" pitchFamily="49" charset="0"/>
                <a:cs typeface="Courier New" panose="02070309020205020404" pitchFamily="49" charset="0"/>
              </a:rPr>
              <a:t>It’s </a:t>
            </a:r>
            <a:r>
              <a:rPr lang="en-AU" sz="1200" b="1" dirty="0" err="1">
                <a:solidFill>
                  <a:srgbClr val="004E9F"/>
                </a:solidFill>
                <a:latin typeface="Courier New" panose="02070309020205020404" pitchFamily="49" charset="0"/>
                <a:cs typeface="Courier New" panose="02070309020205020404" pitchFamily="49" charset="0"/>
              </a:rPr>
              <a:t>hella</a:t>
            </a:r>
            <a:r>
              <a:rPr lang="en-AU" sz="1200" b="1" dirty="0">
                <a:solidFill>
                  <a:srgbClr val="004E9F"/>
                </a:solidFill>
                <a:latin typeface="Courier New" panose="02070309020205020404" pitchFamily="49" charset="0"/>
                <a:cs typeface="Courier New" panose="02070309020205020404" pitchFamily="49" charset="0"/>
              </a:rPr>
              <a:t> shit going on </a:t>
            </a:r>
            <a:r>
              <a:rPr lang="en-AU" sz="1200" dirty="0">
                <a:latin typeface="Courier New" panose="02070309020205020404" pitchFamily="49" charset="0"/>
                <a:cs typeface="Courier New" panose="02070309020205020404" pitchFamily="49" charset="0"/>
              </a:rPr>
              <a:t>😂</a:t>
            </a:r>
            <a:br>
              <a:rPr lang="en-AU" sz="1200" dirty="0">
                <a:latin typeface="Courier New" panose="02070309020205020404" pitchFamily="49" charset="0"/>
                <a:cs typeface="Courier New" panose="02070309020205020404" pitchFamily="49" charset="0"/>
              </a:rPr>
            </a:br>
            <a:r>
              <a:rPr lang="en-AU" sz="1200" dirty="0">
                <a:latin typeface="Courier New" panose="02070309020205020404" pitchFamily="49" charset="0"/>
                <a:cs typeface="Courier New" panose="02070309020205020404" pitchFamily="49" charset="0"/>
              </a:rPr>
              <a:t>(us: 1539322226557610000)</a:t>
            </a:r>
          </a:p>
        </p:txBody>
      </p:sp>
      <p:sp>
        <p:nvSpPr>
          <p:cNvPr id="4" name="Slide Number Placeholder 3">
            <a:extLst>
              <a:ext uri="{FF2B5EF4-FFF2-40B4-BE49-F238E27FC236}">
                <a16:creationId xmlns:a16="http://schemas.microsoft.com/office/drawing/2014/main" id="{2652DCDC-DBE2-4624-9069-E5F91686AECE}"/>
              </a:ext>
            </a:extLst>
          </p:cNvPr>
          <p:cNvSpPr>
            <a:spLocks noGrp="1"/>
          </p:cNvSpPr>
          <p:nvPr>
            <p:ph type="sldNum" sz="quarter" idx="12"/>
          </p:nvPr>
        </p:nvSpPr>
        <p:spPr/>
        <p:txBody>
          <a:bodyPr/>
          <a:lstStyle/>
          <a:p>
            <a:fld id="{E31375A4-56A4-47D6-9801-1991572033F7}" type="slidenum">
              <a:rPr lang="en-AU" smtClean="0"/>
              <a:t>15</a:t>
            </a:fld>
            <a:endParaRPr lang="en-AU"/>
          </a:p>
        </p:txBody>
      </p:sp>
    </p:spTree>
    <p:extLst>
      <p:ext uri="{BB962C8B-B14F-4D97-AF65-F5344CB8AC3E}">
        <p14:creationId xmlns:p14="http://schemas.microsoft.com/office/powerpoint/2010/main" val="4049122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00A589E-0F96-F554-0057-5B38257DD28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18200" y="1700213"/>
            <a:ext cx="6017419" cy="5157787"/>
          </a:xfrm>
          <a:prstGeom prst="rect">
            <a:avLst/>
          </a:prstGeom>
        </p:spPr>
      </p:pic>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p:txBody>
          <a:bodyPr>
            <a:normAutofit fontScale="90000"/>
          </a:bodyPr>
          <a:lstStyle/>
          <a:p>
            <a:r>
              <a:rPr lang="de-DE" dirty="0">
                <a:solidFill>
                  <a:srgbClr val="004E9F"/>
                </a:solidFill>
              </a:rPr>
              <a:t>Forms of Vulgarity </a:t>
            </a:r>
            <a:br>
              <a:rPr lang="de-DE" dirty="0">
                <a:solidFill>
                  <a:srgbClr val="004E9F"/>
                </a:solidFill>
              </a:rPr>
            </a:br>
            <a:r>
              <a:rPr lang="de-DE" dirty="0">
                <a:solidFill>
                  <a:srgbClr val="004E9F"/>
                </a:solidFill>
              </a:rPr>
              <a:t>by Location </a:t>
            </a:r>
            <a:r>
              <a:rPr lang="de-DE" sz="2400" dirty="0">
                <a:solidFill>
                  <a:srgbClr val="004E9F"/>
                </a:solidFill>
              </a:rPr>
              <a:t>(RQ1)</a:t>
            </a:r>
            <a:endParaRPr lang="de-DE" dirty="0">
              <a:solidFill>
                <a:srgbClr val="004E9F"/>
              </a:solidFill>
            </a:endParaRPr>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95327" y="1700213"/>
            <a:ext cx="5472682" cy="5157787"/>
          </a:xfrm>
        </p:spPr>
        <p:txBody>
          <a:bodyPr>
            <a:normAutofit/>
          </a:bodyPr>
          <a:lstStyle/>
          <a:p>
            <a:r>
              <a:rPr lang="en-AU" b="1" dirty="0" err="1">
                <a:solidFill>
                  <a:srgbClr val="FCBA00"/>
                </a:solidFill>
              </a:rPr>
              <a:t>Collostructional</a:t>
            </a:r>
            <a:r>
              <a:rPr lang="en-AU" b="1" dirty="0">
                <a:solidFill>
                  <a:srgbClr val="FCBA00"/>
                </a:solidFill>
              </a:rPr>
              <a:t> Analysis</a:t>
            </a:r>
          </a:p>
          <a:p>
            <a:pPr marL="285750" indent="-285750">
              <a:buFont typeface="Arial" panose="020B0604020202020204" pitchFamily="34" charset="0"/>
              <a:buChar char="•"/>
            </a:pPr>
            <a:r>
              <a:rPr lang="en-AU" dirty="0"/>
              <a:t>to determine significant preferences and association strengths across locations </a:t>
            </a:r>
          </a:p>
          <a:p>
            <a:pPr marL="285750" indent="-285750">
              <a:buFont typeface="Arial" panose="020B0604020202020204" pitchFamily="34" charset="0"/>
              <a:buChar char="•"/>
            </a:pPr>
            <a:r>
              <a:rPr lang="en-AU" dirty="0"/>
              <a:t>e.g., if users in the Australian use </a:t>
            </a:r>
            <a:r>
              <a:rPr lang="en-AU" i="1" dirty="0"/>
              <a:t>fuck</a:t>
            </a:r>
            <a:r>
              <a:rPr lang="en-AU" dirty="0"/>
              <a:t> (or </a:t>
            </a:r>
            <a:r>
              <a:rPr lang="en-AU" i="1" dirty="0"/>
              <a:t>lmfao)</a:t>
            </a:r>
            <a:r>
              <a:rPr lang="en-AU" dirty="0"/>
              <a:t> more than users in Great Britain or the United States</a:t>
            </a:r>
          </a:p>
          <a:p>
            <a:pPr marL="285750" indent="-285750">
              <a:buFont typeface="Arial" panose="020B0604020202020204" pitchFamily="34" charset="0"/>
              <a:buChar char="•"/>
            </a:pPr>
            <a:r>
              <a:rPr lang="en-AU" dirty="0"/>
              <a:t>based on repeated Fisher’s Exact tests for all vulgar elements across locations  (Bonferroni corrections to avoid </a:t>
            </a:r>
            <a:r>
              <a:rPr lang="el-GR" dirty="0"/>
              <a:t>α</a:t>
            </a:r>
            <a:r>
              <a:rPr lang="en-AU" dirty="0"/>
              <a:t>-errors)</a:t>
            </a:r>
          </a:p>
          <a:p>
            <a:pPr marL="285750" indent="-285750">
              <a:buFont typeface="Arial" panose="020B0604020202020204" pitchFamily="34" charset="0"/>
              <a:buChar char="•"/>
            </a:pPr>
            <a:r>
              <a:rPr lang="en-AU" dirty="0"/>
              <a:t>effect size measures: </a:t>
            </a:r>
            <a:r>
              <a:rPr lang="el-GR" dirty="0"/>
              <a:t>φ</a:t>
            </a:r>
            <a:r>
              <a:rPr lang="de-DE" dirty="0"/>
              <a:t> (</a:t>
            </a:r>
            <a:r>
              <a:rPr lang="de-DE" dirty="0" err="1"/>
              <a:t>phi</a:t>
            </a:r>
            <a:r>
              <a:rPr lang="de-DE" dirty="0"/>
              <a:t>) and </a:t>
            </a:r>
            <a:r>
              <a:rPr lang="de-DE" dirty="0" err="1"/>
              <a:t>LogLikelihood</a:t>
            </a:r>
            <a:endParaRPr lang="en-AU" dirty="0"/>
          </a:p>
          <a:p>
            <a:pPr marL="285750" indent="-285750">
              <a:buFont typeface="Arial" panose="020B0604020202020204" pitchFamily="34" charset="0"/>
              <a:buChar char="•"/>
            </a:pPr>
            <a:r>
              <a:rPr lang="en-AU" dirty="0"/>
              <a:t>Comparisons</a:t>
            </a:r>
          </a:p>
          <a:p>
            <a:pPr marL="645750" lvl="2" indent="-285750"/>
            <a:r>
              <a:rPr lang="en-AU" dirty="0"/>
              <a:t>Australia vs United States</a:t>
            </a:r>
          </a:p>
          <a:p>
            <a:pPr marL="645750" lvl="2" indent="-285750"/>
            <a:r>
              <a:rPr lang="en-AU" dirty="0"/>
              <a:t>Great Britain vs United States</a:t>
            </a:r>
          </a:p>
          <a:p>
            <a:pPr marL="645750" lvl="2" indent="-285750"/>
            <a:r>
              <a:rPr lang="en-AU" dirty="0"/>
              <a:t>Australia vs Great Britain</a:t>
            </a:r>
          </a:p>
        </p:txBody>
      </p:sp>
      <p:pic>
        <p:nvPicPr>
          <p:cNvPr id="6" name="Picture 5">
            <a:extLst>
              <a:ext uri="{FF2B5EF4-FFF2-40B4-BE49-F238E27FC236}">
                <a16:creationId xmlns:a16="http://schemas.microsoft.com/office/drawing/2014/main" id="{A7A39198-6ECF-6603-6D54-4EE50B0866AD}"/>
              </a:ext>
            </a:extLst>
          </p:cNvPr>
          <p:cNvPicPr>
            <a:picLocks noChangeAspect="1"/>
          </p:cNvPicPr>
          <p:nvPr/>
        </p:nvPicPr>
        <p:blipFill>
          <a:blip r:embed="rId3"/>
          <a:stretch>
            <a:fillRect/>
          </a:stretch>
        </p:blipFill>
        <p:spPr>
          <a:xfrm>
            <a:off x="7248128" y="476672"/>
            <a:ext cx="4599459" cy="1051114"/>
          </a:xfrm>
          <a:prstGeom prst="rect">
            <a:avLst/>
          </a:prstGeom>
        </p:spPr>
      </p:pic>
      <p:sp>
        <p:nvSpPr>
          <p:cNvPr id="4" name="Slide Number Placeholder 3">
            <a:extLst>
              <a:ext uri="{FF2B5EF4-FFF2-40B4-BE49-F238E27FC236}">
                <a16:creationId xmlns:a16="http://schemas.microsoft.com/office/drawing/2014/main" id="{BA6479FD-F59B-44C5-A467-859E5A71EB51}"/>
              </a:ext>
            </a:extLst>
          </p:cNvPr>
          <p:cNvSpPr>
            <a:spLocks noGrp="1"/>
          </p:cNvSpPr>
          <p:nvPr>
            <p:ph type="sldNum" sz="quarter" idx="12"/>
          </p:nvPr>
        </p:nvSpPr>
        <p:spPr/>
        <p:txBody>
          <a:bodyPr/>
          <a:lstStyle/>
          <a:p>
            <a:fld id="{E31375A4-56A4-47D6-9801-1991572033F7}" type="slidenum">
              <a:rPr lang="en-AU" smtClean="0"/>
              <a:t>16</a:t>
            </a:fld>
            <a:endParaRPr lang="en-AU"/>
          </a:p>
        </p:txBody>
      </p:sp>
    </p:spTree>
    <p:extLst>
      <p:ext uri="{BB962C8B-B14F-4D97-AF65-F5344CB8AC3E}">
        <p14:creationId xmlns:p14="http://schemas.microsoft.com/office/powerpoint/2010/main" val="2694277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D7F1BE7-24A3-6D28-E973-8B396F99741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47928" y="174837"/>
            <a:ext cx="6638539" cy="6638539"/>
          </a:xfrm>
          <a:prstGeom prst="rect">
            <a:avLst/>
          </a:prstGeom>
        </p:spPr>
      </p:pic>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p:txBody>
          <a:bodyPr>
            <a:normAutofit fontScale="90000"/>
          </a:bodyPr>
          <a:lstStyle/>
          <a:p>
            <a:r>
              <a:rPr lang="de-DE" dirty="0">
                <a:solidFill>
                  <a:srgbClr val="004E9F"/>
                </a:solidFill>
              </a:rPr>
              <a:t>Forms of Vulgarity </a:t>
            </a:r>
            <a:br>
              <a:rPr lang="de-DE" dirty="0">
                <a:solidFill>
                  <a:srgbClr val="004E9F"/>
                </a:solidFill>
              </a:rPr>
            </a:br>
            <a:r>
              <a:rPr lang="de-DE" dirty="0">
                <a:solidFill>
                  <a:srgbClr val="004E9F"/>
                </a:solidFill>
              </a:rPr>
              <a:t>by Location </a:t>
            </a:r>
            <a:r>
              <a:rPr lang="de-DE" sz="2400" dirty="0">
                <a:solidFill>
                  <a:srgbClr val="004E9F"/>
                </a:solidFill>
              </a:rPr>
              <a:t>(RQ1)</a:t>
            </a:r>
            <a:endParaRPr lang="en-AU" dirty="0"/>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95327" y="1700213"/>
            <a:ext cx="5256658" cy="5157787"/>
          </a:xfrm>
        </p:spPr>
        <p:txBody>
          <a:bodyPr>
            <a:normAutofit lnSpcReduction="10000"/>
          </a:bodyPr>
          <a:lstStyle/>
          <a:p>
            <a:r>
              <a:rPr lang="en-AU" b="1" dirty="0">
                <a:solidFill>
                  <a:srgbClr val="FCBA00"/>
                </a:solidFill>
              </a:rPr>
              <a:t>Great Britain vs United States</a:t>
            </a:r>
          </a:p>
          <a:p>
            <a:pPr marL="285750" indent="-285750">
              <a:buFont typeface="Arial" panose="020B0604020202020204" pitchFamily="34" charset="0"/>
              <a:buChar char="•"/>
            </a:pPr>
            <a:r>
              <a:rPr lang="en-AU" dirty="0"/>
              <a:t>British users also use vulgarity items that are prototypically associated with British English (</a:t>
            </a:r>
            <a:r>
              <a:rPr lang="en-AU" i="1" dirty="0"/>
              <a:t>arse</a:t>
            </a:r>
            <a:r>
              <a:rPr lang="en-AU" dirty="0"/>
              <a:t>, </a:t>
            </a:r>
            <a:r>
              <a:rPr lang="en-AU" i="1" dirty="0"/>
              <a:t>bollocks</a:t>
            </a:r>
            <a:r>
              <a:rPr lang="en-AU" dirty="0"/>
              <a:t>, </a:t>
            </a:r>
            <a:r>
              <a:rPr lang="en-AU" i="1" dirty="0"/>
              <a:t>cunt</a:t>
            </a:r>
            <a:r>
              <a:rPr lang="en-AU" dirty="0"/>
              <a:t>, </a:t>
            </a:r>
            <a:r>
              <a:rPr lang="en-AU" i="1" dirty="0"/>
              <a:t>shag</a:t>
            </a:r>
            <a:r>
              <a:rPr lang="en-AU" dirty="0"/>
              <a:t>) significantly more than US users</a:t>
            </a:r>
          </a:p>
          <a:p>
            <a:pPr marL="285750" indent="-285750">
              <a:buFont typeface="Arial" panose="020B0604020202020204" pitchFamily="34" charset="0"/>
              <a:buChar char="•"/>
            </a:pPr>
            <a:r>
              <a:rPr lang="en-AU" dirty="0"/>
              <a:t>US users use vulgarity items associated with </a:t>
            </a:r>
          </a:p>
          <a:p>
            <a:pPr marL="645750" lvl="2" indent="-285750"/>
            <a:r>
              <a:rPr lang="en-AU" dirty="0"/>
              <a:t>online discourse (</a:t>
            </a:r>
            <a:r>
              <a:rPr lang="en-AU" i="1" dirty="0"/>
              <a:t>lmao</a:t>
            </a:r>
            <a:r>
              <a:rPr lang="en-AU" dirty="0"/>
              <a:t>, </a:t>
            </a:r>
            <a:r>
              <a:rPr lang="en-AU" i="1" dirty="0"/>
              <a:t>lmfao</a:t>
            </a:r>
            <a:r>
              <a:rPr lang="en-AU" dirty="0"/>
              <a:t>, </a:t>
            </a:r>
            <a:r>
              <a:rPr lang="en-AU" i="1" dirty="0"/>
              <a:t>wtf</a:t>
            </a:r>
            <a:r>
              <a:rPr lang="en-AU" dirty="0"/>
              <a:t>) a</a:t>
            </a:r>
          </a:p>
          <a:p>
            <a:pPr marL="645750" lvl="2" indent="-285750"/>
            <a:r>
              <a:rPr lang="en-AU" dirty="0"/>
              <a:t>racial slurs* (</a:t>
            </a:r>
            <a:r>
              <a:rPr lang="en-AU" i="1" dirty="0"/>
              <a:t>nigger</a:t>
            </a:r>
            <a:r>
              <a:rPr lang="en-AU" dirty="0"/>
              <a:t>, </a:t>
            </a:r>
            <a:r>
              <a:rPr lang="en-AU" i="1" dirty="0"/>
              <a:t>nigga</a:t>
            </a:r>
            <a:r>
              <a:rPr lang="en-AU" dirty="0"/>
              <a:t>)</a:t>
            </a:r>
          </a:p>
          <a:p>
            <a:pPr marL="645750" lvl="2" indent="-285750"/>
            <a:r>
              <a:rPr lang="en-AU" dirty="0"/>
              <a:t>female sexual behaviour (</a:t>
            </a:r>
            <a:r>
              <a:rPr lang="en-AU" i="1" dirty="0"/>
              <a:t>bitch</a:t>
            </a:r>
            <a:r>
              <a:rPr lang="en-AU" dirty="0"/>
              <a:t>) </a:t>
            </a:r>
          </a:p>
          <a:p>
            <a:pPr marL="645750" lvl="2" indent="-285750"/>
            <a:r>
              <a:rPr lang="en-AU" dirty="0"/>
              <a:t>general items (</a:t>
            </a:r>
            <a:r>
              <a:rPr lang="en-AU" i="1" dirty="0"/>
              <a:t>fuck</a:t>
            </a:r>
            <a:r>
              <a:rPr lang="en-AU" dirty="0"/>
              <a:t>, </a:t>
            </a:r>
            <a:r>
              <a:rPr lang="en-AU" i="1" dirty="0"/>
              <a:t>damn</a:t>
            </a:r>
            <a:r>
              <a:rPr lang="en-AU" dirty="0"/>
              <a:t>) </a:t>
            </a:r>
          </a:p>
          <a:p>
            <a:pPr lvl="2" indent="0">
              <a:buNone/>
            </a:pPr>
            <a:r>
              <a:rPr lang="en-AU" dirty="0"/>
              <a:t>significantly more frequently than British users</a:t>
            </a:r>
          </a:p>
          <a:p>
            <a:pPr lvl="2" indent="0">
              <a:buNone/>
            </a:pPr>
            <a:endParaRPr lang="en-AU" dirty="0"/>
          </a:p>
          <a:p>
            <a:pPr lvl="2" indent="0">
              <a:buNone/>
            </a:pPr>
            <a:r>
              <a:rPr lang="en-AU" b="1" dirty="0">
                <a:solidFill>
                  <a:srgbClr val="FCBA00"/>
                </a:solidFill>
              </a:rPr>
              <a:t>Important: very(!) similar to Australia vs United States!</a:t>
            </a:r>
          </a:p>
          <a:p>
            <a:pPr lvl="2" indent="0">
              <a:buNone/>
            </a:pPr>
            <a:endParaRPr lang="en-AU" dirty="0"/>
          </a:p>
          <a:p>
            <a:r>
              <a:rPr lang="en-AU" sz="1300" dirty="0">
                <a:solidFill>
                  <a:schemeClr val="bg1">
                    <a:lumMod val="50000"/>
                  </a:schemeClr>
                </a:solidFill>
              </a:rPr>
              <a:t>* could also be ingroup markers! </a:t>
            </a:r>
          </a:p>
        </p:txBody>
      </p:sp>
      <p:sp>
        <p:nvSpPr>
          <p:cNvPr id="4" name="Slide Number Placeholder 3">
            <a:extLst>
              <a:ext uri="{FF2B5EF4-FFF2-40B4-BE49-F238E27FC236}">
                <a16:creationId xmlns:a16="http://schemas.microsoft.com/office/drawing/2014/main" id="{EF1EE02B-F7D5-4519-B2C9-76F1B8D44C04}"/>
              </a:ext>
            </a:extLst>
          </p:cNvPr>
          <p:cNvSpPr>
            <a:spLocks noGrp="1"/>
          </p:cNvSpPr>
          <p:nvPr>
            <p:ph type="sldNum" sz="quarter" idx="12"/>
          </p:nvPr>
        </p:nvSpPr>
        <p:spPr/>
        <p:txBody>
          <a:bodyPr/>
          <a:lstStyle/>
          <a:p>
            <a:fld id="{E31375A4-56A4-47D6-9801-1991572033F7}" type="slidenum">
              <a:rPr lang="en-AU" smtClean="0"/>
              <a:t>17</a:t>
            </a:fld>
            <a:endParaRPr lang="en-AU"/>
          </a:p>
        </p:txBody>
      </p:sp>
    </p:spTree>
    <p:extLst>
      <p:ext uri="{BB962C8B-B14F-4D97-AF65-F5344CB8AC3E}">
        <p14:creationId xmlns:p14="http://schemas.microsoft.com/office/powerpoint/2010/main" val="2113240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68B5910-EC7C-C301-A3E9-7BCB343610D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59896" y="908720"/>
            <a:ext cx="6854191" cy="5140643"/>
          </a:xfrm>
          <a:prstGeom prst="rect">
            <a:avLst/>
          </a:prstGeom>
        </p:spPr>
      </p:pic>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p:txBody>
          <a:bodyPr>
            <a:normAutofit fontScale="90000"/>
          </a:bodyPr>
          <a:lstStyle/>
          <a:p>
            <a:r>
              <a:rPr lang="de-DE" dirty="0">
                <a:solidFill>
                  <a:srgbClr val="004E9F"/>
                </a:solidFill>
              </a:rPr>
              <a:t>Forms of Vulgarity </a:t>
            </a:r>
            <a:br>
              <a:rPr lang="de-DE" dirty="0">
                <a:solidFill>
                  <a:srgbClr val="004E9F"/>
                </a:solidFill>
              </a:rPr>
            </a:br>
            <a:r>
              <a:rPr lang="de-DE" dirty="0">
                <a:solidFill>
                  <a:srgbClr val="004E9F"/>
                </a:solidFill>
              </a:rPr>
              <a:t>by Location </a:t>
            </a:r>
            <a:r>
              <a:rPr lang="de-DE" sz="2400" dirty="0">
                <a:solidFill>
                  <a:srgbClr val="004E9F"/>
                </a:solidFill>
              </a:rPr>
              <a:t>(RQ1)</a:t>
            </a:r>
            <a:endParaRPr lang="de-DE" dirty="0"/>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95327" y="1700805"/>
            <a:ext cx="4752601" cy="4608515"/>
          </a:xfrm>
        </p:spPr>
        <p:txBody>
          <a:bodyPr>
            <a:normAutofit/>
          </a:bodyPr>
          <a:lstStyle/>
          <a:p>
            <a:r>
              <a:rPr lang="en-AU" b="1" dirty="0">
                <a:solidFill>
                  <a:srgbClr val="FCBA00"/>
                </a:solidFill>
              </a:rPr>
              <a:t>Great Britain vs Australia</a:t>
            </a:r>
          </a:p>
          <a:p>
            <a:pPr marL="285750" indent="-285750">
              <a:buFont typeface="Arial" panose="020B0604020202020204" pitchFamily="34" charset="0"/>
              <a:buChar char="•"/>
            </a:pPr>
            <a:r>
              <a:rPr lang="en-AU" dirty="0"/>
              <a:t>Overall few significant differences </a:t>
            </a:r>
          </a:p>
          <a:p>
            <a:pPr marL="285750" indent="-285750">
              <a:buFont typeface="Arial" panose="020B0604020202020204" pitchFamily="34" charset="0"/>
              <a:buChar char="•"/>
            </a:pPr>
            <a:r>
              <a:rPr lang="en-AU" dirty="0"/>
              <a:t>British users, again, overuse vulgarity items that are prototypically associated with British English (</a:t>
            </a:r>
            <a:r>
              <a:rPr lang="en-AU" i="1" dirty="0"/>
              <a:t>shag</a:t>
            </a:r>
            <a:r>
              <a:rPr lang="en-AU" dirty="0"/>
              <a:t>, </a:t>
            </a:r>
            <a:r>
              <a:rPr lang="en-AU" i="1" dirty="0"/>
              <a:t>bollocks</a:t>
            </a:r>
            <a:r>
              <a:rPr lang="en-AU" dirty="0"/>
              <a:t>, </a:t>
            </a:r>
            <a:r>
              <a:rPr lang="en-AU" i="1" dirty="0"/>
              <a:t>cunt</a:t>
            </a:r>
            <a:r>
              <a:rPr lang="en-AU" dirty="0"/>
              <a:t>, </a:t>
            </a:r>
            <a:r>
              <a:rPr lang="en-AU" i="1" dirty="0"/>
              <a:t>prick</a:t>
            </a:r>
            <a:r>
              <a:rPr lang="en-AU" dirty="0"/>
              <a:t>) significantly more than Australian users</a:t>
            </a:r>
          </a:p>
          <a:p>
            <a:pPr marL="285750" indent="-285750">
              <a:buFont typeface="Arial" panose="020B0604020202020204" pitchFamily="34" charset="0"/>
              <a:buChar char="•"/>
            </a:pPr>
            <a:r>
              <a:rPr lang="en-AU" dirty="0"/>
              <a:t>Australian users use vulgarity items associated with US English (</a:t>
            </a:r>
            <a:r>
              <a:rPr lang="en-AU" i="1" dirty="0"/>
              <a:t>damn</a:t>
            </a:r>
            <a:r>
              <a:rPr lang="en-AU" dirty="0"/>
              <a:t>, </a:t>
            </a:r>
            <a:r>
              <a:rPr lang="en-AU" i="1" dirty="0"/>
              <a:t>ass</a:t>
            </a:r>
            <a:r>
              <a:rPr lang="en-AU" dirty="0"/>
              <a:t>, </a:t>
            </a:r>
            <a:r>
              <a:rPr lang="en-AU" i="1" dirty="0"/>
              <a:t>lmao</a:t>
            </a:r>
            <a:r>
              <a:rPr lang="en-AU" dirty="0"/>
              <a:t>, </a:t>
            </a:r>
            <a:r>
              <a:rPr lang="en-AU" i="1" dirty="0"/>
              <a:t>wtf</a:t>
            </a:r>
            <a:r>
              <a:rPr lang="en-AU" dirty="0"/>
              <a:t>, </a:t>
            </a:r>
            <a:r>
              <a:rPr lang="en-AU" i="1" dirty="0"/>
              <a:t>shit</a:t>
            </a:r>
            <a:r>
              <a:rPr lang="en-AU" dirty="0"/>
              <a:t>, </a:t>
            </a:r>
            <a:r>
              <a:rPr lang="en-AU" i="1" dirty="0"/>
              <a:t>motherfucker</a:t>
            </a:r>
            <a:r>
              <a:rPr lang="en-AU" dirty="0"/>
              <a:t>)</a:t>
            </a:r>
          </a:p>
          <a:p>
            <a:pPr lvl="2" indent="0">
              <a:buNone/>
            </a:pPr>
            <a:endParaRPr lang="en-AU" dirty="0"/>
          </a:p>
          <a:p>
            <a:pPr lvl="2" indent="0">
              <a:buNone/>
            </a:pPr>
            <a:r>
              <a:rPr lang="en-AU" b="1" dirty="0">
                <a:solidFill>
                  <a:srgbClr val="FCBA00"/>
                </a:solidFill>
              </a:rPr>
              <a:t>Important: Australian is British when compared to the US but US-like when compared to GB!</a:t>
            </a:r>
          </a:p>
        </p:txBody>
      </p:sp>
      <p:sp>
        <p:nvSpPr>
          <p:cNvPr id="4" name="Slide Number Placeholder 3">
            <a:extLst>
              <a:ext uri="{FF2B5EF4-FFF2-40B4-BE49-F238E27FC236}">
                <a16:creationId xmlns:a16="http://schemas.microsoft.com/office/drawing/2014/main" id="{71C9240E-4532-44A1-AA1C-1B0EFE84A075}"/>
              </a:ext>
            </a:extLst>
          </p:cNvPr>
          <p:cNvSpPr>
            <a:spLocks noGrp="1"/>
          </p:cNvSpPr>
          <p:nvPr>
            <p:ph type="sldNum" sz="quarter" idx="12"/>
          </p:nvPr>
        </p:nvSpPr>
        <p:spPr/>
        <p:txBody>
          <a:bodyPr/>
          <a:lstStyle/>
          <a:p>
            <a:fld id="{E31375A4-56A4-47D6-9801-1991572033F7}" type="slidenum">
              <a:rPr lang="en-AU" smtClean="0"/>
              <a:t>18</a:t>
            </a:fld>
            <a:endParaRPr lang="en-AU"/>
          </a:p>
        </p:txBody>
      </p:sp>
    </p:spTree>
    <p:extLst>
      <p:ext uri="{BB962C8B-B14F-4D97-AF65-F5344CB8AC3E}">
        <p14:creationId xmlns:p14="http://schemas.microsoft.com/office/powerpoint/2010/main" val="2743625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p:txBody>
          <a:bodyPr>
            <a:normAutofit fontScale="90000"/>
          </a:bodyPr>
          <a:lstStyle/>
          <a:p>
            <a:r>
              <a:rPr lang="de-DE" dirty="0">
                <a:solidFill>
                  <a:srgbClr val="004E9F"/>
                </a:solidFill>
              </a:rPr>
              <a:t>Topic facilitating Vulgarity</a:t>
            </a:r>
            <a:br>
              <a:rPr lang="de-DE" dirty="0">
                <a:solidFill>
                  <a:srgbClr val="004E9F"/>
                </a:solidFill>
              </a:rPr>
            </a:br>
            <a:r>
              <a:rPr lang="de-DE" dirty="0">
                <a:solidFill>
                  <a:srgbClr val="004E9F"/>
                </a:solidFill>
              </a:rPr>
              <a:t> </a:t>
            </a:r>
            <a:r>
              <a:rPr lang="de-DE" sz="2700" dirty="0">
                <a:solidFill>
                  <a:srgbClr val="004E9F"/>
                </a:solidFill>
              </a:rPr>
              <a:t>(RQ2)</a:t>
            </a:r>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95327" y="1700213"/>
            <a:ext cx="6048745" cy="4646799"/>
          </a:xfrm>
        </p:spPr>
        <p:txBody>
          <a:bodyPr>
            <a:normAutofit/>
          </a:bodyPr>
          <a:lstStyle/>
          <a:p>
            <a:endParaRPr lang="en-AU" dirty="0"/>
          </a:p>
          <a:p>
            <a:r>
              <a:rPr lang="en-AU" dirty="0"/>
              <a:t>What topics attract vulgarity in Oz, GB, and the US?</a:t>
            </a:r>
          </a:p>
          <a:p>
            <a:r>
              <a:rPr lang="en-AU" b="1" dirty="0">
                <a:solidFill>
                  <a:srgbClr val="FCBA00"/>
                </a:solidFill>
              </a:rPr>
              <a:t>Topic modelling </a:t>
            </a:r>
          </a:p>
          <a:p>
            <a:r>
              <a:rPr lang="en-AU" dirty="0"/>
              <a:t>Finds words that correlate with seed terms </a:t>
            </a:r>
            <a:br>
              <a:rPr lang="en-AU" dirty="0"/>
            </a:br>
            <a:r>
              <a:rPr lang="en-AU" dirty="0"/>
              <a:t>(e.g.: 	topic = sports: match, game, play, season, players;</a:t>
            </a:r>
          </a:p>
          <a:p>
            <a:r>
              <a:rPr lang="en-AU" dirty="0"/>
              <a:t>	topic = employment: pay, wage, money, work, job)</a:t>
            </a:r>
          </a:p>
          <a:p>
            <a:r>
              <a:rPr lang="en-AU" dirty="0"/>
              <a:t>Assesses correlations of semantic similarity based on collocational profiles of types. </a:t>
            </a:r>
          </a:p>
          <a:p>
            <a:r>
              <a:rPr lang="en-AU" dirty="0"/>
              <a:t>Topics: 	employment, politics, climate, sports, medical,</a:t>
            </a:r>
            <a:br>
              <a:rPr lang="en-AU" dirty="0"/>
            </a:br>
            <a:r>
              <a:rPr lang="en-AU" dirty="0"/>
              <a:t> 	education, foreign, immigration, crime, tech,</a:t>
            </a:r>
            <a:br>
              <a:rPr lang="en-AU" dirty="0"/>
            </a:br>
            <a:r>
              <a:rPr lang="en-AU" dirty="0"/>
              <a:t> 	media, military, family, web, wishes, </a:t>
            </a:r>
            <a:r>
              <a:rPr lang="en-AU" dirty="0" err="1"/>
              <a:t>spanish</a:t>
            </a:r>
            <a:r>
              <a:rPr lang="en-AU" dirty="0"/>
              <a:t>,</a:t>
            </a:r>
            <a:br>
              <a:rPr lang="en-AU" dirty="0"/>
            </a:br>
            <a:r>
              <a:rPr lang="en-AU" dirty="0"/>
              <a:t> 	other)</a:t>
            </a:r>
          </a:p>
        </p:txBody>
      </p:sp>
      <p:pic>
        <p:nvPicPr>
          <p:cNvPr id="20" name="Picture 19">
            <a:extLst>
              <a:ext uri="{FF2B5EF4-FFF2-40B4-BE49-F238E27FC236}">
                <a16:creationId xmlns:a16="http://schemas.microsoft.com/office/drawing/2014/main" id="{448844ED-F7B4-295C-3C2E-A44B21CA62F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72812" y="145380"/>
            <a:ext cx="3544101" cy="2187716"/>
          </a:xfrm>
          <a:prstGeom prst="rect">
            <a:avLst/>
          </a:prstGeom>
        </p:spPr>
      </p:pic>
      <p:pic>
        <p:nvPicPr>
          <p:cNvPr id="22" name="Picture 21">
            <a:extLst>
              <a:ext uri="{FF2B5EF4-FFF2-40B4-BE49-F238E27FC236}">
                <a16:creationId xmlns:a16="http://schemas.microsoft.com/office/drawing/2014/main" id="{3BDF405A-576B-CBA8-80D4-D3EE0CE945D1}"/>
              </a:ext>
            </a:extLst>
          </p:cNvPr>
          <p:cNvPicPr>
            <a:picLocks noChangeAspect="1"/>
          </p:cNvPicPr>
          <p:nvPr/>
        </p:nvPicPr>
        <p:blipFill>
          <a:blip r:embed="rId3"/>
          <a:stretch>
            <a:fillRect/>
          </a:stretch>
        </p:blipFill>
        <p:spPr>
          <a:xfrm>
            <a:off x="5879976" y="249747"/>
            <a:ext cx="2508896" cy="1272045"/>
          </a:xfrm>
          <a:prstGeom prst="rect">
            <a:avLst/>
          </a:prstGeom>
        </p:spPr>
      </p:pic>
      <p:pic>
        <p:nvPicPr>
          <p:cNvPr id="5" name="Picture 4">
            <a:extLst>
              <a:ext uri="{FF2B5EF4-FFF2-40B4-BE49-F238E27FC236}">
                <a16:creationId xmlns:a16="http://schemas.microsoft.com/office/drawing/2014/main" id="{EA28BAD8-CD07-0739-1D04-C2977860FB9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60279" y="2333096"/>
            <a:ext cx="5256634" cy="4505686"/>
          </a:xfrm>
          <a:prstGeom prst="rect">
            <a:avLst/>
          </a:prstGeom>
        </p:spPr>
      </p:pic>
      <p:sp>
        <p:nvSpPr>
          <p:cNvPr id="4" name="Slide Number Placeholder 3">
            <a:extLst>
              <a:ext uri="{FF2B5EF4-FFF2-40B4-BE49-F238E27FC236}">
                <a16:creationId xmlns:a16="http://schemas.microsoft.com/office/drawing/2014/main" id="{F7901946-9DB9-4A77-9C63-AAC618B895CB}"/>
              </a:ext>
            </a:extLst>
          </p:cNvPr>
          <p:cNvSpPr>
            <a:spLocks noGrp="1"/>
          </p:cNvSpPr>
          <p:nvPr>
            <p:ph type="sldNum" sz="quarter" idx="12"/>
          </p:nvPr>
        </p:nvSpPr>
        <p:spPr/>
        <p:txBody>
          <a:bodyPr/>
          <a:lstStyle/>
          <a:p>
            <a:fld id="{E31375A4-56A4-47D6-9801-1991572033F7}" type="slidenum">
              <a:rPr lang="en-AU" smtClean="0"/>
              <a:t>19</a:t>
            </a:fld>
            <a:endParaRPr lang="en-AU"/>
          </a:p>
        </p:txBody>
      </p:sp>
    </p:spTree>
    <p:extLst>
      <p:ext uri="{BB962C8B-B14F-4D97-AF65-F5344CB8AC3E}">
        <p14:creationId xmlns:p14="http://schemas.microsoft.com/office/powerpoint/2010/main" val="4160792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p:txBody>
          <a:bodyPr>
            <a:normAutofit fontScale="90000"/>
          </a:bodyPr>
          <a:lstStyle/>
          <a:p>
            <a:r>
              <a:rPr lang="de-DE" dirty="0">
                <a:solidFill>
                  <a:srgbClr val="004E9F"/>
                </a:solidFill>
              </a:rPr>
              <a:t>Topic facilitating Vulgarity</a:t>
            </a:r>
            <a:br>
              <a:rPr lang="de-DE" dirty="0">
                <a:solidFill>
                  <a:srgbClr val="004E9F"/>
                </a:solidFill>
              </a:rPr>
            </a:br>
            <a:r>
              <a:rPr lang="de-DE" dirty="0">
                <a:solidFill>
                  <a:srgbClr val="004E9F"/>
                </a:solidFill>
              </a:rPr>
              <a:t> </a:t>
            </a:r>
            <a:r>
              <a:rPr lang="de-DE" sz="2700" dirty="0">
                <a:solidFill>
                  <a:srgbClr val="004E9F"/>
                </a:solidFill>
              </a:rPr>
              <a:t>(RQ2)</a:t>
            </a:r>
            <a:endParaRPr lang="de-DE" dirty="0"/>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95326" y="1700213"/>
            <a:ext cx="5832722" cy="5157787"/>
          </a:xfrm>
        </p:spPr>
        <p:txBody>
          <a:bodyPr>
            <a:normAutofit/>
          </a:bodyPr>
          <a:lstStyle/>
          <a:p>
            <a:endParaRPr lang="en-AU" dirty="0"/>
          </a:p>
          <a:p>
            <a:r>
              <a:rPr lang="en-AU" dirty="0"/>
              <a:t>What topics attract vulgarity in Oz, GB, and the US?</a:t>
            </a:r>
          </a:p>
          <a:p>
            <a:pPr marL="285750" indent="-285750">
              <a:buFont typeface="Arial" panose="020B0604020202020204" pitchFamily="34" charset="0"/>
              <a:buChar char="•"/>
            </a:pPr>
            <a:r>
              <a:rPr lang="en-AU" b="1" dirty="0">
                <a:solidFill>
                  <a:srgbClr val="FFC000"/>
                </a:solidFill>
              </a:rPr>
              <a:t>Crime</a:t>
            </a:r>
            <a:r>
              <a:rPr lang="en-AU" dirty="0"/>
              <a:t> attracts vulgarity in Australia and Great Britain but vulgarity is </a:t>
            </a:r>
            <a:r>
              <a:rPr lang="en-AU" dirty="0" err="1"/>
              <a:t>dispreferred</a:t>
            </a:r>
            <a:r>
              <a:rPr lang="en-AU" dirty="0"/>
              <a:t> in tweets about crime in the US data.</a:t>
            </a:r>
          </a:p>
          <a:p>
            <a:pPr marL="285750" indent="-285750">
              <a:buFont typeface="Arial" panose="020B0604020202020204" pitchFamily="34" charset="0"/>
              <a:buChar char="•"/>
            </a:pPr>
            <a:r>
              <a:rPr lang="en-AU" b="1" dirty="0">
                <a:solidFill>
                  <a:srgbClr val="FFC000"/>
                </a:solidFill>
              </a:rPr>
              <a:t>Employment</a:t>
            </a:r>
            <a:r>
              <a:rPr lang="en-AU" dirty="0"/>
              <a:t>-related tweets strongly facilitate vulgar language in Great Britain but not so in Australia and it is decidedly non-vulgar in the US data.</a:t>
            </a:r>
          </a:p>
          <a:p>
            <a:pPr marL="285750" indent="-285750">
              <a:buFont typeface="Arial" panose="020B0604020202020204" pitchFamily="34" charset="0"/>
              <a:buChar char="•"/>
            </a:pPr>
            <a:r>
              <a:rPr lang="en-AU" dirty="0"/>
              <a:t>The</a:t>
            </a:r>
            <a:r>
              <a:rPr lang="en-AU" b="1" dirty="0"/>
              <a:t> </a:t>
            </a:r>
            <a:r>
              <a:rPr lang="en-AU" b="1" dirty="0">
                <a:solidFill>
                  <a:srgbClr val="FFC000"/>
                </a:solidFill>
              </a:rPr>
              <a:t>other</a:t>
            </a:r>
            <a:r>
              <a:rPr lang="en-AU" dirty="0"/>
              <a:t> category strongly attracts vulgarity in the US but not in Australia and it is decidedly non-vulgar in Great Britain.</a:t>
            </a:r>
            <a:br>
              <a:rPr lang="en-AU" dirty="0"/>
            </a:br>
            <a:r>
              <a:rPr lang="en-AU" dirty="0"/>
              <a:t>(keywords other category: </a:t>
            </a:r>
            <a:r>
              <a:rPr lang="en-AU" i="1" dirty="0"/>
              <a:t>bro</a:t>
            </a:r>
            <a:r>
              <a:rPr lang="en-AU" dirty="0"/>
              <a:t>, </a:t>
            </a:r>
            <a:r>
              <a:rPr lang="en-AU" i="1" dirty="0"/>
              <a:t>shit</a:t>
            </a:r>
            <a:r>
              <a:rPr lang="en-AU" dirty="0"/>
              <a:t>, </a:t>
            </a:r>
            <a:r>
              <a:rPr lang="en-AU" i="1" dirty="0"/>
              <a:t>get</a:t>
            </a:r>
            <a:r>
              <a:rPr lang="en-AU" dirty="0"/>
              <a:t>, </a:t>
            </a:r>
            <a:r>
              <a:rPr lang="en-AU" i="1" dirty="0"/>
              <a:t>man</a:t>
            </a:r>
            <a:r>
              <a:rPr lang="en-AU" dirty="0"/>
              <a:t>, </a:t>
            </a:r>
            <a:r>
              <a:rPr lang="en-AU" i="1" dirty="0"/>
              <a:t>fuck</a:t>
            </a:r>
            <a:r>
              <a:rPr lang="en-AU" dirty="0"/>
              <a:t>, </a:t>
            </a:r>
            <a:r>
              <a:rPr lang="en-AU" i="1" dirty="0"/>
              <a:t>got</a:t>
            </a:r>
            <a:r>
              <a:rPr lang="en-AU" dirty="0"/>
              <a:t>, </a:t>
            </a:r>
            <a:r>
              <a:rPr lang="en-AU" i="1" dirty="0"/>
              <a:t>ass</a:t>
            </a:r>
            <a:r>
              <a:rPr lang="en-AU" dirty="0"/>
              <a:t>, </a:t>
            </a:r>
            <a:r>
              <a:rPr lang="en-AU" i="1" dirty="0" err="1"/>
              <a:t>im</a:t>
            </a:r>
            <a:r>
              <a:rPr lang="en-AU" dirty="0"/>
              <a:t>, </a:t>
            </a:r>
            <a:r>
              <a:rPr lang="en-AU" i="1" dirty="0"/>
              <a:t>fucking</a:t>
            </a:r>
            <a:r>
              <a:rPr lang="en-AU" dirty="0"/>
              <a:t>, </a:t>
            </a:r>
            <a:r>
              <a:rPr lang="en-AU" i="1" dirty="0"/>
              <a:t>lmao</a:t>
            </a:r>
            <a:r>
              <a:rPr lang="en-AU" dirty="0"/>
              <a:t>) → naughty web talk</a:t>
            </a:r>
          </a:p>
          <a:p>
            <a:r>
              <a:rPr lang="en-AU" dirty="0"/>
              <a:t>     → 	</a:t>
            </a:r>
            <a:r>
              <a:rPr lang="en-AU" b="1" dirty="0">
                <a:solidFill>
                  <a:srgbClr val="FFC000"/>
                </a:solidFill>
              </a:rPr>
              <a:t>In the US, vulgarity is register-constrained</a:t>
            </a:r>
            <a:br>
              <a:rPr lang="en-AU" b="1" dirty="0">
                <a:solidFill>
                  <a:srgbClr val="FFC000"/>
                </a:solidFill>
              </a:rPr>
            </a:br>
            <a:r>
              <a:rPr lang="en-AU" b="1" dirty="0">
                <a:solidFill>
                  <a:srgbClr val="FFC000"/>
                </a:solidFill>
              </a:rPr>
              <a:t>	whereas, in Britain, it is topic constrained. </a:t>
            </a:r>
          </a:p>
        </p:txBody>
      </p:sp>
      <p:pic>
        <p:nvPicPr>
          <p:cNvPr id="7" name="Picture 6">
            <a:extLst>
              <a:ext uri="{FF2B5EF4-FFF2-40B4-BE49-F238E27FC236}">
                <a16:creationId xmlns:a16="http://schemas.microsoft.com/office/drawing/2014/main" id="{8F8FBC06-06DF-C0D2-F174-50FFC7E86F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12303" y="811519"/>
            <a:ext cx="5486411" cy="5486411"/>
          </a:xfrm>
          <a:prstGeom prst="rect">
            <a:avLst/>
          </a:prstGeom>
        </p:spPr>
      </p:pic>
      <p:sp>
        <p:nvSpPr>
          <p:cNvPr id="4" name="Slide Number Placeholder 3">
            <a:extLst>
              <a:ext uri="{FF2B5EF4-FFF2-40B4-BE49-F238E27FC236}">
                <a16:creationId xmlns:a16="http://schemas.microsoft.com/office/drawing/2014/main" id="{8676C166-3D0C-4315-8080-613244E31718}"/>
              </a:ext>
            </a:extLst>
          </p:cNvPr>
          <p:cNvSpPr>
            <a:spLocks noGrp="1"/>
          </p:cNvSpPr>
          <p:nvPr>
            <p:ph type="sldNum" sz="quarter" idx="12"/>
          </p:nvPr>
        </p:nvSpPr>
        <p:spPr/>
        <p:txBody>
          <a:bodyPr/>
          <a:lstStyle/>
          <a:p>
            <a:fld id="{E31375A4-56A4-47D6-9801-1991572033F7}" type="slidenum">
              <a:rPr lang="en-AU" smtClean="0"/>
              <a:t>20</a:t>
            </a:fld>
            <a:endParaRPr lang="en-AU"/>
          </a:p>
        </p:txBody>
      </p:sp>
    </p:spTree>
    <p:extLst>
      <p:ext uri="{BB962C8B-B14F-4D97-AF65-F5344CB8AC3E}">
        <p14:creationId xmlns:p14="http://schemas.microsoft.com/office/powerpoint/2010/main" val="145912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p:txBody>
          <a:bodyPr>
            <a:normAutofit fontScale="90000"/>
          </a:bodyPr>
          <a:lstStyle/>
          <a:p>
            <a:r>
              <a:rPr lang="de-DE" dirty="0">
                <a:solidFill>
                  <a:srgbClr val="004E9F"/>
                </a:solidFill>
              </a:rPr>
              <a:t>Topic facilitating Vulgarity</a:t>
            </a:r>
            <a:br>
              <a:rPr lang="de-DE" dirty="0">
                <a:solidFill>
                  <a:srgbClr val="004E9F"/>
                </a:solidFill>
              </a:rPr>
            </a:br>
            <a:r>
              <a:rPr lang="de-DE" dirty="0">
                <a:solidFill>
                  <a:srgbClr val="004E9F"/>
                </a:solidFill>
              </a:rPr>
              <a:t> </a:t>
            </a:r>
            <a:r>
              <a:rPr lang="de-DE" sz="2700" dirty="0">
                <a:solidFill>
                  <a:srgbClr val="004E9F"/>
                </a:solidFill>
              </a:rPr>
              <a:t>(RQ2)</a:t>
            </a:r>
            <a:endParaRPr lang="de-DE" dirty="0"/>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95400" y="1700213"/>
            <a:ext cx="5832722" cy="5157787"/>
          </a:xfrm>
        </p:spPr>
        <p:txBody>
          <a:bodyPr>
            <a:normAutofit/>
          </a:bodyPr>
          <a:lstStyle/>
          <a:p>
            <a:endParaRPr lang="en-AU" dirty="0"/>
          </a:p>
          <a:p>
            <a:r>
              <a:rPr lang="en-AU" dirty="0"/>
              <a:t>What topics attract vulgarity in Oz, GB, and the US?</a:t>
            </a:r>
          </a:p>
          <a:p>
            <a:pPr marL="285750" indent="-285750">
              <a:buFont typeface="Arial" panose="020B0604020202020204" pitchFamily="34" charset="0"/>
              <a:buChar char="•"/>
            </a:pPr>
            <a:r>
              <a:rPr lang="en-AU" b="1" dirty="0">
                <a:solidFill>
                  <a:srgbClr val="FFC000"/>
                </a:solidFill>
              </a:rPr>
              <a:t>Crime</a:t>
            </a:r>
            <a:r>
              <a:rPr lang="en-AU" dirty="0"/>
              <a:t> attracts vulgarity in Australia and Great Britain but vulgarity is </a:t>
            </a:r>
            <a:r>
              <a:rPr lang="en-AU" dirty="0" err="1"/>
              <a:t>dispreferred</a:t>
            </a:r>
            <a:r>
              <a:rPr lang="en-AU" dirty="0"/>
              <a:t> in tweets about crime in the US data.</a:t>
            </a:r>
          </a:p>
          <a:p>
            <a:pPr marL="285750" indent="-285750">
              <a:buFont typeface="Arial" panose="020B0604020202020204" pitchFamily="34" charset="0"/>
              <a:buChar char="•"/>
            </a:pPr>
            <a:r>
              <a:rPr lang="en-AU" b="1" dirty="0">
                <a:solidFill>
                  <a:srgbClr val="FFC000"/>
                </a:solidFill>
              </a:rPr>
              <a:t>Employment</a:t>
            </a:r>
            <a:r>
              <a:rPr lang="en-AU" dirty="0"/>
              <a:t>-related tweets strongly facilitate vulgar language in Great Britain but not so in Australia and it is decidedly non-vulgar in the US data.</a:t>
            </a:r>
          </a:p>
          <a:p>
            <a:pPr marL="285750" indent="-285750">
              <a:buFont typeface="Arial" panose="020B0604020202020204" pitchFamily="34" charset="0"/>
              <a:buChar char="•"/>
            </a:pPr>
            <a:r>
              <a:rPr lang="en-AU" dirty="0"/>
              <a:t>The</a:t>
            </a:r>
            <a:r>
              <a:rPr lang="en-AU" b="1" dirty="0"/>
              <a:t> </a:t>
            </a:r>
            <a:r>
              <a:rPr lang="en-AU" b="1" dirty="0">
                <a:solidFill>
                  <a:srgbClr val="FFC000"/>
                </a:solidFill>
              </a:rPr>
              <a:t>other</a:t>
            </a:r>
            <a:r>
              <a:rPr lang="en-AU" dirty="0"/>
              <a:t> category strongly attracts vulgarity in the US but not in Australia and it is decidedly non-vulgar in Great Britain.</a:t>
            </a:r>
            <a:br>
              <a:rPr lang="en-AU" dirty="0"/>
            </a:br>
            <a:r>
              <a:rPr lang="en-AU" dirty="0"/>
              <a:t>(keywords other category: </a:t>
            </a:r>
            <a:r>
              <a:rPr lang="en-AU" i="1" dirty="0"/>
              <a:t>bro</a:t>
            </a:r>
            <a:r>
              <a:rPr lang="en-AU" dirty="0"/>
              <a:t>, </a:t>
            </a:r>
            <a:r>
              <a:rPr lang="en-AU" i="1" dirty="0"/>
              <a:t>shit</a:t>
            </a:r>
            <a:r>
              <a:rPr lang="en-AU" dirty="0"/>
              <a:t>, </a:t>
            </a:r>
            <a:r>
              <a:rPr lang="en-AU" i="1" dirty="0"/>
              <a:t>get</a:t>
            </a:r>
            <a:r>
              <a:rPr lang="en-AU" dirty="0"/>
              <a:t>, </a:t>
            </a:r>
            <a:r>
              <a:rPr lang="en-AU" i="1" dirty="0"/>
              <a:t>man</a:t>
            </a:r>
            <a:r>
              <a:rPr lang="en-AU" dirty="0"/>
              <a:t>, </a:t>
            </a:r>
            <a:r>
              <a:rPr lang="en-AU" i="1" dirty="0"/>
              <a:t>fuck</a:t>
            </a:r>
            <a:r>
              <a:rPr lang="en-AU" dirty="0"/>
              <a:t>, </a:t>
            </a:r>
            <a:r>
              <a:rPr lang="en-AU" i="1" dirty="0"/>
              <a:t>got</a:t>
            </a:r>
            <a:r>
              <a:rPr lang="en-AU" dirty="0"/>
              <a:t>, </a:t>
            </a:r>
            <a:r>
              <a:rPr lang="en-AU" i="1" dirty="0"/>
              <a:t>ass</a:t>
            </a:r>
            <a:r>
              <a:rPr lang="en-AU" dirty="0"/>
              <a:t>, </a:t>
            </a:r>
            <a:r>
              <a:rPr lang="en-AU" i="1" dirty="0" err="1"/>
              <a:t>im</a:t>
            </a:r>
            <a:r>
              <a:rPr lang="en-AU" dirty="0"/>
              <a:t>, </a:t>
            </a:r>
            <a:r>
              <a:rPr lang="en-AU" i="1" dirty="0"/>
              <a:t>fucking</a:t>
            </a:r>
            <a:r>
              <a:rPr lang="en-AU" dirty="0"/>
              <a:t>, </a:t>
            </a:r>
            <a:r>
              <a:rPr lang="en-AU" i="1" dirty="0"/>
              <a:t>lmao</a:t>
            </a:r>
            <a:r>
              <a:rPr lang="en-AU" dirty="0"/>
              <a:t>) → naughty web talk</a:t>
            </a:r>
          </a:p>
          <a:p>
            <a:r>
              <a:rPr lang="en-AU" dirty="0"/>
              <a:t>     → 	</a:t>
            </a:r>
            <a:r>
              <a:rPr lang="en-AU" b="1" dirty="0">
                <a:solidFill>
                  <a:srgbClr val="FFC000"/>
                </a:solidFill>
              </a:rPr>
              <a:t>In the US, vulgarity is register-constrained</a:t>
            </a:r>
            <a:br>
              <a:rPr lang="en-AU" b="1" dirty="0">
                <a:solidFill>
                  <a:srgbClr val="FFC000"/>
                </a:solidFill>
              </a:rPr>
            </a:br>
            <a:r>
              <a:rPr lang="en-AU" b="1" dirty="0">
                <a:solidFill>
                  <a:srgbClr val="FFC000"/>
                </a:solidFill>
              </a:rPr>
              <a:t>	whereas, in Britain, it is topic constrained. </a:t>
            </a:r>
          </a:p>
        </p:txBody>
      </p:sp>
      <p:sp>
        <p:nvSpPr>
          <p:cNvPr id="4" name="Slide Number Placeholder 3">
            <a:extLst>
              <a:ext uri="{FF2B5EF4-FFF2-40B4-BE49-F238E27FC236}">
                <a16:creationId xmlns:a16="http://schemas.microsoft.com/office/drawing/2014/main" id="{8676C166-3D0C-4315-8080-613244E31718}"/>
              </a:ext>
            </a:extLst>
          </p:cNvPr>
          <p:cNvSpPr>
            <a:spLocks noGrp="1"/>
          </p:cNvSpPr>
          <p:nvPr>
            <p:ph type="sldNum" sz="quarter" idx="12"/>
          </p:nvPr>
        </p:nvSpPr>
        <p:spPr/>
        <p:txBody>
          <a:bodyPr/>
          <a:lstStyle/>
          <a:p>
            <a:fld id="{E31375A4-56A4-47D6-9801-1991572033F7}" type="slidenum">
              <a:rPr lang="en-AU" smtClean="0"/>
              <a:t>21</a:t>
            </a:fld>
            <a:endParaRPr lang="en-AU"/>
          </a:p>
        </p:txBody>
      </p:sp>
      <p:sp>
        <p:nvSpPr>
          <p:cNvPr id="5" name="Content Placeholder 2">
            <a:extLst>
              <a:ext uri="{FF2B5EF4-FFF2-40B4-BE49-F238E27FC236}">
                <a16:creationId xmlns:a16="http://schemas.microsoft.com/office/drawing/2014/main" id="{62C2960C-13FB-2806-6C2E-8320766D5016}"/>
              </a:ext>
            </a:extLst>
          </p:cNvPr>
          <p:cNvSpPr txBox="1">
            <a:spLocks/>
          </p:cNvSpPr>
          <p:nvPr/>
        </p:nvSpPr>
        <p:spPr>
          <a:xfrm>
            <a:off x="695326" y="1700213"/>
            <a:ext cx="5832722" cy="5157787"/>
          </a:xfrm>
          <a:prstGeom prst="rect">
            <a:avLst/>
          </a:prstGeom>
        </p:spPr>
        <p:txBody>
          <a:bodyPr vert="horz" lIns="0" tIns="0" rIns="0" bIns="0" rtlCol="0">
            <a:normAutofit/>
          </a:bodyPr>
          <a:lst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AU"/>
          </a:p>
          <a:p>
            <a:r>
              <a:rPr lang="en-AU"/>
              <a:t>What topics attract vulgarity in Oz, GB, and the US?</a:t>
            </a:r>
          </a:p>
          <a:p>
            <a:pPr marL="285750" indent="-285750">
              <a:buFont typeface="Arial" panose="020B0604020202020204" pitchFamily="34" charset="0"/>
              <a:buChar char="•"/>
            </a:pPr>
            <a:r>
              <a:rPr lang="en-AU" b="1">
                <a:solidFill>
                  <a:srgbClr val="FFC000"/>
                </a:solidFill>
              </a:rPr>
              <a:t>Crime</a:t>
            </a:r>
            <a:r>
              <a:rPr lang="en-AU"/>
              <a:t> attracts vulgarity in Australia and Great Britain but vulgarity is dispreferred in tweets about crime in the US data.</a:t>
            </a:r>
          </a:p>
          <a:p>
            <a:pPr marL="285750" indent="-285750">
              <a:buFont typeface="Arial" panose="020B0604020202020204" pitchFamily="34" charset="0"/>
              <a:buChar char="•"/>
            </a:pPr>
            <a:r>
              <a:rPr lang="en-AU" b="1">
                <a:solidFill>
                  <a:srgbClr val="FFC000"/>
                </a:solidFill>
              </a:rPr>
              <a:t>Employment</a:t>
            </a:r>
            <a:r>
              <a:rPr lang="en-AU"/>
              <a:t>-related tweets strongly facilitate vulgar language in Great Britain but not so in Australia and it is decidedly non-vulgar in the US data.</a:t>
            </a:r>
          </a:p>
          <a:p>
            <a:pPr marL="285750" indent="-285750">
              <a:buFont typeface="Arial" panose="020B0604020202020204" pitchFamily="34" charset="0"/>
              <a:buChar char="•"/>
            </a:pPr>
            <a:r>
              <a:rPr lang="en-AU"/>
              <a:t>The</a:t>
            </a:r>
            <a:r>
              <a:rPr lang="en-AU" b="1"/>
              <a:t> </a:t>
            </a:r>
            <a:r>
              <a:rPr lang="en-AU" b="1">
                <a:solidFill>
                  <a:srgbClr val="FFC000"/>
                </a:solidFill>
              </a:rPr>
              <a:t>other</a:t>
            </a:r>
            <a:r>
              <a:rPr lang="en-AU"/>
              <a:t> category strongly attracts vulgarity in the US but not in Australia and it is decidedly non-vulgar in Great Britain.</a:t>
            </a:r>
            <a:br>
              <a:rPr lang="en-AU"/>
            </a:br>
            <a:r>
              <a:rPr lang="en-AU"/>
              <a:t>(keywords other category: </a:t>
            </a:r>
            <a:r>
              <a:rPr lang="en-AU" i="1"/>
              <a:t>bro</a:t>
            </a:r>
            <a:r>
              <a:rPr lang="en-AU"/>
              <a:t>, </a:t>
            </a:r>
            <a:r>
              <a:rPr lang="en-AU" i="1"/>
              <a:t>shit</a:t>
            </a:r>
            <a:r>
              <a:rPr lang="en-AU"/>
              <a:t>, </a:t>
            </a:r>
            <a:r>
              <a:rPr lang="en-AU" i="1"/>
              <a:t>get</a:t>
            </a:r>
            <a:r>
              <a:rPr lang="en-AU"/>
              <a:t>, </a:t>
            </a:r>
            <a:r>
              <a:rPr lang="en-AU" i="1"/>
              <a:t>man</a:t>
            </a:r>
            <a:r>
              <a:rPr lang="en-AU"/>
              <a:t>, </a:t>
            </a:r>
            <a:r>
              <a:rPr lang="en-AU" i="1"/>
              <a:t>fuck</a:t>
            </a:r>
            <a:r>
              <a:rPr lang="en-AU"/>
              <a:t>, </a:t>
            </a:r>
            <a:r>
              <a:rPr lang="en-AU" i="1"/>
              <a:t>got</a:t>
            </a:r>
            <a:r>
              <a:rPr lang="en-AU"/>
              <a:t>, </a:t>
            </a:r>
            <a:r>
              <a:rPr lang="en-AU" i="1"/>
              <a:t>ass</a:t>
            </a:r>
            <a:r>
              <a:rPr lang="en-AU"/>
              <a:t>, </a:t>
            </a:r>
            <a:r>
              <a:rPr lang="en-AU" i="1"/>
              <a:t>im</a:t>
            </a:r>
            <a:r>
              <a:rPr lang="en-AU"/>
              <a:t>, </a:t>
            </a:r>
            <a:r>
              <a:rPr lang="en-AU" i="1"/>
              <a:t>fucking</a:t>
            </a:r>
            <a:r>
              <a:rPr lang="en-AU"/>
              <a:t>, </a:t>
            </a:r>
            <a:r>
              <a:rPr lang="en-AU" i="1"/>
              <a:t>lmao</a:t>
            </a:r>
            <a:r>
              <a:rPr lang="en-AU"/>
              <a:t>) → naughty web talk</a:t>
            </a:r>
          </a:p>
          <a:p>
            <a:r>
              <a:rPr lang="en-AU"/>
              <a:t>     → 	</a:t>
            </a:r>
            <a:r>
              <a:rPr lang="en-AU" b="1">
                <a:solidFill>
                  <a:srgbClr val="FFC000"/>
                </a:solidFill>
              </a:rPr>
              <a:t>In the US, vulgarity is register-constrained</a:t>
            </a:r>
            <a:br>
              <a:rPr lang="en-AU" b="1">
                <a:solidFill>
                  <a:srgbClr val="FFC000"/>
                </a:solidFill>
              </a:rPr>
            </a:br>
            <a:r>
              <a:rPr lang="en-AU" b="1">
                <a:solidFill>
                  <a:srgbClr val="FFC000"/>
                </a:solidFill>
              </a:rPr>
              <a:t>	whereas, in Britain, it is topic constrained. </a:t>
            </a:r>
          </a:p>
        </p:txBody>
      </p:sp>
      <p:sp>
        <p:nvSpPr>
          <p:cNvPr id="6" name="Content Placeholder 2">
            <a:extLst>
              <a:ext uri="{FF2B5EF4-FFF2-40B4-BE49-F238E27FC236}">
                <a16:creationId xmlns:a16="http://schemas.microsoft.com/office/drawing/2014/main" id="{F997973D-4E49-813A-720B-012F3E3C891B}"/>
              </a:ext>
            </a:extLst>
          </p:cNvPr>
          <p:cNvSpPr txBox="1">
            <a:spLocks/>
          </p:cNvSpPr>
          <p:nvPr/>
        </p:nvSpPr>
        <p:spPr>
          <a:xfrm>
            <a:off x="6672064" y="1521791"/>
            <a:ext cx="5184650" cy="5150353"/>
          </a:xfrm>
          <a:prstGeom prst="rect">
            <a:avLst/>
          </a:prstGeom>
          <a:ln w="38100">
            <a:solidFill>
              <a:srgbClr val="FCBA00"/>
            </a:solidFill>
          </a:ln>
        </p:spPr>
        <p:txBody>
          <a:bodyPr vert="horz" lIns="0" tIns="0" rIns="0" bIns="0" rtlCol="0">
            <a:normAutofit/>
          </a:bodyPr>
          <a:lst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80612" lvl="2" indent="0">
              <a:buNone/>
            </a:pPr>
            <a:endParaRPr lang="en-AU" dirty="0"/>
          </a:p>
          <a:p>
            <a:pPr marL="180612" lvl="2" indent="0">
              <a:buNone/>
            </a:pPr>
            <a:r>
              <a:rPr lang="en-AU" dirty="0"/>
              <a:t>Examples</a:t>
            </a:r>
          </a:p>
          <a:p>
            <a:pPr marL="180612" lvl="2" indent="0">
              <a:buNone/>
            </a:pPr>
            <a:r>
              <a:rPr lang="en-AU" b="1" dirty="0">
                <a:solidFill>
                  <a:srgbClr val="FFC000"/>
                </a:solidFill>
              </a:rPr>
              <a:t>Crime</a:t>
            </a:r>
            <a:r>
              <a:rPr lang="en-AU" dirty="0"/>
              <a:t> </a:t>
            </a:r>
          </a:p>
          <a:p>
            <a:pPr marL="180612" lvl="2" indent="0">
              <a:buNone/>
            </a:pPr>
            <a:r>
              <a:rPr lang="en-AU" sz="1200" b="1" dirty="0">
                <a:solidFill>
                  <a:srgbClr val="004E9F"/>
                </a:solidFill>
                <a:latin typeface="Courier New" panose="02070309020205020404" pitchFamily="49" charset="0"/>
                <a:cs typeface="Courier New" panose="02070309020205020404" pitchFamily="49" charset="0"/>
              </a:rPr>
              <a:t>ok so this person is actually fucking deranged </a:t>
            </a:r>
            <a:r>
              <a:rPr lang="en-AU" sz="1200" b="1" dirty="0">
                <a:solidFill>
                  <a:srgbClr val="004E9F"/>
                </a:solidFill>
                <a:latin typeface="Courier New" panose="02070309020205020404" pitchFamily="49" charset="0"/>
                <a:cs typeface="Courier New" panose="02070309020205020404" pitchFamily="49" charset="0"/>
                <a:hlinkClick r:id="rId2">
                  <a:extLst>
                    <a:ext uri="{A12FA001-AC4F-418D-AE19-62706E023703}">
                      <ahyp:hlinkClr xmlns:ahyp="http://schemas.microsoft.com/office/drawing/2018/hyperlinkcolor" val="tx"/>
                    </a:ext>
                  </a:extLst>
                </a:hlinkClick>
              </a:rPr>
              <a:t>https://t.co/nONQyzScdJ</a:t>
            </a:r>
            <a:r>
              <a:rPr lang="en-AU" sz="1200" b="1" dirty="0">
                <a:solidFill>
                  <a:srgbClr val="004E9F"/>
                </a:solidFill>
                <a:latin typeface="Courier New" panose="02070309020205020404" pitchFamily="49" charset="0"/>
                <a:cs typeface="Courier New" panose="02070309020205020404" pitchFamily="49" charset="0"/>
              </a:rPr>
              <a:t> </a:t>
            </a:r>
            <a:r>
              <a:rPr lang="en-AU" sz="1200" dirty="0">
                <a:latin typeface="Courier New" panose="02070309020205020404" pitchFamily="49" charset="0"/>
                <a:cs typeface="Courier New" panose="02070309020205020404" pitchFamily="49" charset="0"/>
              </a:rPr>
              <a:t>(</a:t>
            </a:r>
            <a:r>
              <a:rPr lang="en-AU" sz="1200" dirty="0" err="1">
                <a:latin typeface="Courier New" panose="02070309020205020404" pitchFamily="49" charset="0"/>
                <a:cs typeface="Courier New" panose="02070309020205020404" pitchFamily="49" charset="0"/>
              </a:rPr>
              <a:t>gb</a:t>
            </a:r>
            <a:r>
              <a:rPr lang="en-AU" sz="1200" dirty="0">
                <a:latin typeface="Courier New" panose="02070309020205020404" pitchFamily="49" charset="0"/>
                <a:cs typeface="Courier New" panose="02070309020205020404" pitchFamily="49" charset="0"/>
              </a:rPr>
              <a:t>: 1539127156449710000)</a:t>
            </a:r>
            <a:endParaRPr lang="en-AU" sz="1200" b="1" dirty="0">
              <a:solidFill>
                <a:srgbClr val="004E9F"/>
              </a:solidFill>
              <a:latin typeface="Courier New" panose="02070309020205020404" pitchFamily="49" charset="0"/>
              <a:cs typeface="Courier New" panose="02070309020205020404" pitchFamily="49" charset="0"/>
            </a:endParaRPr>
          </a:p>
          <a:p>
            <a:pPr marL="180612" lvl="2" indent="0">
              <a:buNone/>
            </a:pPr>
            <a:endParaRPr lang="en-AU" sz="1200" b="1" dirty="0">
              <a:solidFill>
                <a:srgbClr val="004E9F"/>
              </a:solidFill>
              <a:latin typeface="Courier New" panose="02070309020205020404" pitchFamily="49" charset="0"/>
              <a:cs typeface="Courier New" panose="02070309020205020404" pitchFamily="49" charset="0"/>
            </a:endParaRPr>
          </a:p>
          <a:p>
            <a:pPr marL="180612" lvl="2" indent="0">
              <a:buNone/>
            </a:pPr>
            <a:r>
              <a:rPr lang="en-AU" b="1" dirty="0">
                <a:solidFill>
                  <a:srgbClr val="FFC000"/>
                </a:solidFill>
              </a:rPr>
              <a:t>Employment</a:t>
            </a:r>
          </a:p>
          <a:p>
            <a:pPr marL="180612" lvl="2" indent="0">
              <a:buNone/>
            </a:pPr>
            <a:r>
              <a:rPr lang="en-AU" sz="1200" b="1" dirty="0">
                <a:solidFill>
                  <a:srgbClr val="004E9F"/>
                </a:solidFill>
                <a:latin typeface="Courier New" panose="02070309020205020404" pitchFamily="49" charset="0"/>
                <a:cs typeface="Courier New" panose="02070309020205020404" pitchFamily="49" charset="0"/>
              </a:rPr>
              <a:t>@Deborahfrankier @Tinman07382139 @NavyLookout Shit wages but you stand with Boris? If you give me £50 I'll kick you in the </a:t>
            </a:r>
            <a:r>
              <a:rPr lang="en-AU" sz="1200" b="1" dirty="0" err="1">
                <a:solidFill>
                  <a:srgbClr val="004E9F"/>
                </a:solidFill>
                <a:latin typeface="Courier New" panose="02070309020205020404" pitchFamily="49" charset="0"/>
                <a:cs typeface="Courier New" panose="02070309020205020404" pitchFamily="49" charset="0"/>
              </a:rPr>
              <a:t>bollcks</a:t>
            </a:r>
            <a:r>
              <a:rPr lang="en-AU" sz="1200" b="1" dirty="0">
                <a:solidFill>
                  <a:srgbClr val="004E9F"/>
                </a:solidFill>
                <a:latin typeface="Courier New" panose="02070309020205020404" pitchFamily="49" charset="0"/>
                <a:cs typeface="Courier New" panose="02070309020205020404" pitchFamily="49" charset="0"/>
              </a:rPr>
              <a:t> but only if you ask nice </a:t>
            </a:r>
            <a:br>
              <a:rPr lang="en-AU" sz="1200" b="1" dirty="0">
                <a:solidFill>
                  <a:srgbClr val="004E9F"/>
                </a:solidFill>
                <a:latin typeface="Courier New" panose="02070309020205020404" pitchFamily="49" charset="0"/>
                <a:cs typeface="Courier New" panose="02070309020205020404" pitchFamily="49" charset="0"/>
              </a:rPr>
            </a:br>
            <a:r>
              <a:rPr lang="en-AU" sz="1200" dirty="0">
                <a:latin typeface="Courier New" panose="02070309020205020404" pitchFamily="49" charset="0"/>
                <a:cs typeface="Courier New" panose="02070309020205020404" pitchFamily="49" charset="0"/>
              </a:rPr>
              <a:t>(</a:t>
            </a:r>
            <a:r>
              <a:rPr lang="en-AU" sz="1200" dirty="0" err="1">
                <a:latin typeface="Courier New" panose="02070309020205020404" pitchFamily="49" charset="0"/>
                <a:cs typeface="Courier New" panose="02070309020205020404" pitchFamily="49" charset="0"/>
              </a:rPr>
              <a:t>gb</a:t>
            </a:r>
            <a:r>
              <a:rPr lang="en-AU" sz="1200" dirty="0">
                <a:latin typeface="Courier New" panose="02070309020205020404" pitchFamily="49" charset="0"/>
                <a:cs typeface="Courier New" panose="02070309020205020404" pitchFamily="49" charset="0"/>
              </a:rPr>
              <a:t>: 1539036748390570000)</a:t>
            </a:r>
            <a:endParaRPr lang="en-AU" sz="1200" b="1" dirty="0">
              <a:solidFill>
                <a:srgbClr val="004E9F"/>
              </a:solidFill>
              <a:latin typeface="Courier New" panose="02070309020205020404" pitchFamily="49" charset="0"/>
              <a:cs typeface="Courier New" panose="02070309020205020404" pitchFamily="49" charset="0"/>
            </a:endParaRPr>
          </a:p>
          <a:p>
            <a:pPr marL="180612" lvl="2" indent="0">
              <a:buNone/>
            </a:pPr>
            <a:endParaRPr lang="en-AU" b="1" dirty="0">
              <a:solidFill>
                <a:srgbClr val="FFC000"/>
              </a:solidFill>
            </a:endParaRPr>
          </a:p>
          <a:p>
            <a:pPr marL="180612" lvl="2" indent="0">
              <a:buNone/>
            </a:pPr>
            <a:r>
              <a:rPr lang="en-AU" b="1" dirty="0">
                <a:solidFill>
                  <a:srgbClr val="FFC000"/>
                </a:solidFill>
              </a:rPr>
              <a:t>Other (Web)</a:t>
            </a:r>
          </a:p>
          <a:p>
            <a:pPr marL="180612" lvl="2" indent="0">
              <a:buNone/>
            </a:pPr>
            <a:r>
              <a:rPr lang="en-AU" sz="1200" b="1" dirty="0" err="1">
                <a:solidFill>
                  <a:srgbClr val="004E9F"/>
                </a:solidFill>
                <a:latin typeface="Courier New" panose="02070309020205020404" pitchFamily="49" charset="0"/>
                <a:cs typeface="Courier New" panose="02070309020205020404" pitchFamily="49" charset="0"/>
              </a:rPr>
              <a:t>Lmfaoooo</a:t>
            </a:r>
            <a:r>
              <a:rPr lang="en-AU" sz="1200" b="1" dirty="0">
                <a:solidFill>
                  <a:srgbClr val="004E9F"/>
                </a:solidFill>
                <a:latin typeface="Courier New" panose="02070309020205020404" pitchFamily="49" charset="0"/>
                <a:cs typeface="Courier New" panose="02070309020205020404" pitchFamily="49" charset="0"/>
              </a:rPr>
              <a:t> nah Eddie was funny </a:t>
            </a:r>
            <a:r>
              <a:rPr lang="en-AU" sz="1200" b="1" dirty="0" err="1">
                <a:solidFill>
                  <a:srgbClr val="004E9F"/>
                </a:solidFill>
                <a:latin typeface="Courier New" panose="02070309020205020404" pitchFamily="49" charset="0"/>
                <a:cs typeface="Courier New" panose="02070309020205020404" pitchFamily="49" charset="0"/>
              </a:rPr>
              <a:t>asf</a:t>
            </a:r>
            <a:r>
              <a:rPr lang="en-AU" sz="1200" b="1" dirty="0">
                <a:solidFill>
                  <a:srgbClr val="004E9F"/>
                </a:solidFill>
                <a:latin typeface="Courier New" panose="02070309020205020404" pitchFamily="49" charset="0"/>
                <a:cs typeface="Courier New" panose="02070309020205020404" pitchFamily="49" charset="0"/>
              </a:rPr>
              <a:t> on that’s so raven. Orlando brown really was funny </a:t>
            </a:r>
            <a:r>
              <a:rPr lang="en-AU" sz="1200" b="1" dirty="0" err="1">
                <a:solidFill>
                  <a:srgbClr val="004E9F"/>
                </a:solidFill>
                <a:latin typeface="Courier New" panose="02070309020205020404" pitchFamily="49" charset="0"/>
                <a:cs typeface="Courier New" panose="02070309020205020404" pitchFamily="49" charset="0"/>
              </a:rPr>
              <a:t>asf</a:t>
            </a:r>
            <a:r>
              <a:rPr lang="en-AU" sz="1200" b="1" dirty="0">
                <a:solidFill>
                  <a:srgbClr val="004E9F"/>
                </a:solidFill>
                <a:latin typeface="Courier New" panose="02070309020205020404" pitchFamily="49" charset="0"/>
                <a:cs typeface="Courier New" panose="02070309020205020404" pitchFamily="49" charset="0"/>
              </a:rPr>
              <a:t>. </a:t>
            </a:r>
            <a:r>
              <a:rPr lang="en-AU" sz="1200" dirty="0">
                <a:latin typeface="Courier New" panose="02070309020205020404" pitchFamily="49" charset="0"/>
                <a:cs typeface="Courier New" panose="02070309020205020404" pitchFamily="49" charset="0"/>
              </a:rPr>
              <a:t>(us: 1539072377027490000)</a:t>
            </a:r>
            <a:endParaRPr lang="en-AU" b="1" dirty="0">
              <a:solidFill>
                <a:srgbClr val="FFC000"/>
              </a:solidFill>
            </a:endParaRPr>
          </a:p>
        </p:txBody>
      </p:sp>
    </p:spTree>
    <p:extLst>
      <p:ext uri="{BB962C8B-B14F-4D97-AF65-F5344CB8AC3E}">
        <p14:creationId xmlns:p14="http://schemas.microsoft.com/office/powerpoint/2010/main" val="1807579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p:txBody>
          <a:bodyPr>
            <a:normAutofit/>
          </a:bodyPr>
          <a:lstStyle/>
          <a:p>
            <a:r>
              <a:rPr lang="en-AU" dirty="0">
                <a:solidFill>
                  <a:srgbClr val="004E9F"/>
                </a:solidFill>
              </a:rPr>
              <a:t>Discussion | Outlook</a:t>
            </a:r>
            <a:endParaRPr lang="de-DE" dirty="0">
              <a:solidFill>
                <a:srgbClr val="004E9F"/>
              </a:solidFill>
            </a:endParaRPr>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671991" y="1700213"/>
            <a:ext cx="5184649" cy="4764449"/>
          </a:xfrm>
        </p:spPr>
        <p:txBody>
          <a:bodyPr>
            <a:normAutofit/>
          </a:bodyPr>
          <a:lstStyle/>
          <a:p>
            <a:r>
              <a:rPr lang="en-AU" b="1" dirty="0"/>
              <a:t>Significance</a:t>
            </a:r>
          </a:p>
          <a:p>
            <a:pPr marL="285750" indent="-285750">
              <a:buFont typeface="Arial" panose="020B0604020202020204" pitchFamily="34" charset="0"/>
              <a:buChar char="•"/>
            </a:pPr>
            <a:r>
              <a:rPr lang="en-AU" dirty="0"/>
              <a:t>First large-scale, comparative, corpus-based (and linguistically informed) study of vulgarity on social media</a:t>
            </a:r>
          </a:p>
          <a:p>
            <a:r>
              <a:rPr lang="en-AU" b="1" dirty="0"/>
              <a:t>Limitations</a:t>
            </a:r>
            <a:r>
              <a:rPr lang="en-AU" dirty="0"/>
              <a:t> </a:t>
            </a:r>
          </a:p>
          <a:p>
            <a:pPr marL="285750" indent="-285750">
              <a:buFont typeface="Arial" panose="020B0604020202020204" pitchFamily="34" charset="0"/>
              <a:buChar char="•"/>
            </a:pPr>
            <a:r>
              <a:rPr lang="en-AU" dirty="0"/>
              <a:t>Modelling requires high-performance computing (notebook does not have sufficient power)! </a:t>
            </a:r>
          </a:p>
          <a:p>
            <a:pPr marL="285750" indent="-285750">
              <a:buFont typeface="Arial" panose="020B0604020202020204" pitchFamily="34" charset="0"/>
              <a:buChar char="•"/>
            </a:pPr>
            <a:r>
              <a:rPr lang="en-AU" dirty="0"/>
              <a:t>More socio-demographic information needed: gender, age, socio-economic status) </a:t>
            </a:r>
            <a:r>
              <a:rPr lang="en-AU" sz="1500" dirty="0">
                <a:solidFill>
                  <a:schemeClr val="bg1">
                    <a:lumMod val="50000"/>
                  </a:schemeClr>
                </a:solidFill>
              </a:rPr>
              <a:t>(see Beers Fägersten 2012)</a:t>
            </a:r>
          </a:p>
          <a:p>
            <a:endParaRPr lang="en-AU" b="1" dirty="0"/>
          </a:p>
        </p:txBody>
      </p:sp>
      <p:sp>
        <p:nvSpPr>
          <p:cNvPr id="6" name="Content Placeholder 2">
            <a:extLst>
              <a:ext uri="{FF2B5EF4-FFF2-40B4-BE49-F238E27FC236}">
                <a16:creationId xmlns:a16="http://schemas.microsoft.com/office/drawing/2014/main" id="{500E62CB-B8BF-2ED1-0E6B-05AA1721A5A3}"/>
              </a:ext>
            </a:extLst>
          </p:cNvPr>
          <p:cNvSpPr txBox="1">
            <a:spLocks/>
          </p:cNvSpPr>
          <p:nvPr/>
        </p:nvSpPr>
        <p:spPr>
          <a:xfrm>
            <a:off x="695401" y="1700808"/>
            <a:ext cx="5400599" cy="4608515"/>
          </a:xfrm>
          <a:prstGeom prst="rect">
            <a:avLst/>
          </a:prstGeom>
        </p:spPr>
        <p:txBody>
          <a:bodyPr vert="horz" lIns="0" tIns="0" rIns="0" bIns="0" rtlCol="0">
            <a:normAutofit/>
          </a:bodyPr>
          <a:lst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AU" b="1" dirty="0"/>
              <a:t>Comparison with previous findings</a:t>
            </a:r>
          </a:p>
          <a:p>
            <a:pPr marL="285750" indent="-285750">
              <a:buFont typeface="Arial" panose="020B0604020202020204" pitchFamily="34" charset="0"/>
              <a:buChar char="•"/>
            </a:pPr>
            <a:r>
              <a:rPr lang="en-AU" b="1" dirty="0"/>
              <a:t>Confirmation | Substantiation</a:t>
            </a:r>
          </a:p>
          <a:p>
            <a:pPr marL="465750" lvl="1" indent="-285750">
              <a:buFont typeface="Courier New" panose="02070309020205020404" pitchFamily="49" charset="0"/>
              <a:buChar char="o"/>
            </a:pPr>
            <a:r>
              <a:rPr lang="en-AU" dirty="0"/>
              <a:t>Swearing is a common linguistic phenomenon </a:t>
            </a:r>
            <a:r>
              <a:rPr lang="en-AU" sz="1600" dirty="0">
                <a:solidFill>
                  <a:schemeClr val="bg1">
                    <a:lumMod val="50000"/>
                  </a:schemeClr>
                </a:solidFill>
              </a:rPr>
              <a:t>(McEnery 2006, Love 2021)</a:t>
            </a:r>
          </a:p>
          <a:p>
            <a:pPr marL="465750" lvl="1" indent="-285750">
              <a:buFont typeface="Courier New" panose="02070309020205020404" pitchFamily="49" charset="0"/>
              <a:buChar char="o"/>
            </a:pPr>
            <a:r>
              <a:rPr lang="en-AU" dirty="0"/>
              <a:t>Almost half of the users use vulgarity but in less than 1 percent of tweets</a:t>
            </a:r>
          </a:p>
          <a:p>
            <a:pPr marL="465750" lvl="1" indent="-285750">
              <a:buFont typeface="Courier New" panose="02070309020205020404" pitchFamily="49" charset="0"/>
              <a:buChar char="o"/>
            </a:pPr>
            <a:r>
              <a:rPr lang="en-AU" dirty="0"/>
              <a:t>Australian English combines features of </a:t>
            </a:r>
            <a:r>
              <a:rPr lang="en-AU" dirty="0" err="1"/>
              <a:t>AmE</a:t>
            </a:r>
            <a:r>
              <a:rPr lang="en-AU" dirty="0"/>
              <a:t> and </a:t>
            </a:r>
            <a:r>
              <a:rPr lang="en-AU" dirty="0" err="1"/>
              <a:t>BrE</a:t>
            </a:r>
            <a:endParaRPr lang="en-AU" dirty="0"/>
          </a:p>
          <a:p>
            <a:pPr marL="285750" indent="-285750">
              <a:buFont typeface="Arial" panose="020B0604020202020204" pitchFamily="34" charset="0"/>
              <a:buChar char="•"/>
            </a:pPr>
            <a:r>
              <a:rPr lang="en-AU" b="1" dirty="0"/>
              <a:t>Unique findings | Conflicts</a:t>
            </a:r>
          </a:p>
          <a:p>
            <a:pPr marL="465750" lvl="1" indent="-285750">
              <a:buFont typeface="Courier New" panose="02070309020205020404" pitchFamily="49" charset="0"/>
              <a:buChar char="o"/>
            </a:pPr>
            <a:r>
              <a:rPr lang="en-AU" dirty="0"/>
              <a:t>Vulgarity is topic specific in Britain but register specific in the US Twitter data</a:t>
            </a:r>
          </a:p>
          <a:p>
            <a:pPr marL="465750" lvl="1" indent="-285750">
              <a:buFont typeface="Courier New" panose="02070309020205020404" pitchFamily="49" charset="0"/>
              <a:buChar char="o"/>
            </a:pPr>
            <a:r>
              <a:rPr lang="en-AU" dirty="0"/>
              <a:t>Variety differences become less important once other conditioning factors are included</a:t>
            </a:r>
          </a:p>
          <a:p>
            <a:endParaRPr lang="en-AU" dirty="0"/>
          </a:p>
        </p:txBody>
      </p:sp>
      <p:sp>
        <p:nvSpPr>
          <p:cNvPr id="7" name="TextBox 6">
            <a:extLst>
              <a:ext uri="{FF2B5EF4-FFF2-40B4-BE49-F238E27FC236}">
                <a16:creationId xmlns:a16="http://schemas.microsoft.com/office/drawing/2014/main" id="{E596E867-37CB-5EB8-E18D-2B4F0009253F}"/>
              </a:ext>
            </a:extLst>
          </p:cNvPr>
          <p:cNvSpPr txBox="1"/>
          <p:nvPr/>
        </p:nvSpPr>
        <p:spPr>
          <a:xfrm>
            <a:off x="6168008" y="5304255"/>
            <a:ext cx="5832648" cy="1338828"/>
          </a:xfrm>
          <a:prstGeom prst="rect">
            <a:avLst/>
          </a:prstGeom>
          <a:noFill/>
          <a:ln w="50800">
            <a:solidFill>
              <a:srgbClr val="FCBA00"/>
            </a:solidFill>
          </a:ln>
        </p:spPr>
        <p:txBody>
          <a:bodyPr wrap="square" rtlCol="0">
            <a:spAutoFit/>
          </a:bodyPr>
          <a:lstStyle/>
          <a:p>
            <a:pPr algn="ctr">
              <a:spcBef>
                <a:spcPts val="600"/>
              </a:spcBef>
              <a:spcAft>
                <a:spcPts val="600"/>
              </a:spcAft>
            </a:pPr>
            <a:endParaRPr lang="en-AU" sz="800" b="1" dirty="0"/>
          </a:p>
          <a:p>
            <a:r>
              <a:rPr lang="en-AU" sz="2000" dirty="0"/>
              <a:t>Further analyse specific conversational contexts and strategies of vulgarity (also possible for German) </a:t>
            </a:r>
            <a:r>
              <a:rPr lang="en-AU" sz="1600" dirty="0">
                <a:solidFill>
                  <a:schemeClr val="bg1">
                    <a:lumMod val="50000"/>
                  </a:schemeClr>
                </a:solidFill>
              </a:rPr>
              <a:t>(potential MA theses!)</a:t>
            </a:r>
          </a:p>
          <a:p>
            <a:endParaRPr lang="en-AU" sz="800" b="1" dirty="0"/>
          </a:p>
        </p:txBody>
      </p:sp>
      <p:pic>
        <p:nvPicPr>
          <p:cNvPr id="8" name="Picture 7">
            <a:extLst>
              <a:ext uri="{FF2B5EF4-FFF2-40B4-BE49-F238E27FC236}">
                <a16:creationId xmlns:a16="http://schemas.microsoft.com/office/drawing/2014/main" id="{6A869CA5-F87D-9203-AECA-959F5F4A116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79990" y="73656"/>
            <a:ext cx="3316245" cy="1901011"/>
          </a:xfrm>
          <a:prstGeom prst="rect">
            <a:avLst/>
          </a:prstGeom>
        </p:spPr>
      </p:pic>
      <p:sp>
        <p:nvSpPr>
          <p:cNvPr id="4" name="Slide Number Placeholder 3">
            <a:extLst>
              <a:ext uri="{FF2B5EF4-FFF2-40B4-BE49-F238E27FC236}">
                <a16:creationId xmlns:a16="http://schemas.microsoft.com/office/drawing/2014/main" id="{2C53909D-8F58-49CA-81A7-7DAB386EBBE4}"/>
              </a:ext>
            </a:extLst>
          </p:cNvPr>
          <p:cNvSpPr>
            <a:spLocks noGrp="1"/>
          </p:cNvSpPr>
          <p:nvPr>
            <p:ph type="sldNum" sz="quarter" idx="12"/>
          </p:nvPr>
        </p:nvSpPr>
        <p:spPr/>
        <p:txBody>
          <a:bodyPr/>
          <a:lstStyle/>
          <a:p>
            <a:fld id="{E31375A4-56A4-47D6-9801-1991572033F7}" type="slidenum">
              <a:rPr lang="en-AU" smtClean="0"/>
              <a:t>22</a:t>
            </a:fld>
            <a:endParaRPr lang="en-AU"/>
          </a:p>
        </p:txBody>
      </p:sp>
    </p:spTree>
    <p:extLst>
      <p:ext uri="{BB962C8B-B14F-4D97-AF65-F5344CB8AC3E}">
        <p14:creationId xmlns:p14="http://schemas.microsoft.com/office/powerpoint/2010/main" val="1659069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p:txBody>
          <a:bodyPr>
            <a:normAutofit/>
          </a:bodyPr>
          <a:lstStyle/>
          <a:p>
            <a:r>
              <a:rPr lang="en-AU" dirty="0">
                <a:solidFill>
                  <a:srgbClr val="004E9F"/>
                </a:solidFill>
              </a:rPr>
              <a:t>Potential Applications</a:t>
            </a:r>
            <a:endParaRPr lang="de-DE" dirty="0">
              <a:solidFill>
                <a:srgbClr val="004E9F"/>
              </a:solidFill>
            </a:endParaRPr>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95327" y="1700213"/>
            <a:ext cx="8497017" cy="4608515"/>
          </a:xfrm>
        </p:spPr>
        <p:txBody>
          <a:bodyPr>
            <a:normAutofit/>
          </a:bodyPr>
          <a:lstStyle/>
          <a:p>
            <a:r>
              <a:rPr lang="en-AU" b="1" dirty="0"/>
              <a:t>Prototype (proof-of-concept)</a:t>
            </a:r>
          </a:p>
          <a:p>
            <a:r>
              <a:rPr lang="en-AU" dirty="0"/>
              <a:t>Extend study to </a:t>
            </a:r>
          </a:p>
          <a:p>
            <a:pPr marL="285750" indent="-285750">
              <a:buFont typeface="Arial" panose="020B0604020202020204" pitchFamily="34" charset="0"/>
              <a:buChar char="•"/>
            </a:pPr>
            <a:r>
              <a:rPr lang="en-AU" dirty="0"/>
              <a:t>political discourse (party affiliation) </a:t>
            </a:r>
          </a:p>
          <a:p>
            <a:pPr marL="285750" indent="-285750">
              <a:buFont typeface="Arial" panose="020B0604020202020204" pitchFamily="34" charset="0"/>
              <a:buChar char="•"/>
            </a:pPr>
            <a:r>
              <a:rPr lang="en-AU" dirty="0"/>
              <a:t>diachronic analyses of the use of vulgarity (democratization)</a:t>
            </a:r>
          </a:p>
          <a:p>
            <a:r>
              <a:rPr lang="en-AU" b="1" dirty="0"/>
              <a:t>Outlook and possible applications</a:t>
            </a:r>
          </a:p>
          <a:p>
            <a:pPr algn="l"/>
            <a:r>
              <a:rPr lang="en-AU" dirty="0"/>
              <a:t>Currently working on an ARC proposal on </a:t>
            </a:r>
            <a:r>
              <a:rPr lang="en-AU" b="1" i="1" dirty="0"/>
              <a:t>Hate Speech and Polarization of </a:t>
            </a:r>
            <a:br>
              <a:rPr lang="en-AU" b="1" i="1" dirty="0"/>
            </a:br>
            <a:r>
              <a:rPr lang="en-AU" b="1" i="1" dirty="0"/>
              <a:t>Discourses on Social Media </a:t>
            </a:r>
            <a:r>
              <a:rPr lang="en-AU" dirty="0"/>
              <a:t>(planned collaboration with research group </a:t>
            </a:r>
            <a:r>
              <a:rPr lang="en-AU" i="1" dirty="0"/>
              <a:t>Democratization and Power Structures </a:t>
            </a:r>
            <a:r>
              <a:rPr lang="en-AU" dirty="0"/>
              <a:t>here in Bonn, currently a TRA4 project)</a:t>
            </a:r>
          </a:p>
        </p:txBody>
      </p:sp>
      <p:pic>
        <p:nvPicPr>
          <p:cNvPr id="4" name="Picture 3">
            <a:extLst>
              <a:ext uri="{FF2B5EF4-FFF2-40B4-BE49-F238E27FC236}">
                <a16:creationId xmlns:a16="http://schemas.microsoft.com/office/drawing/2014/main" id="{D28F3DC2-FE42-15F5-CC9B-217B26CA008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79990" y="87829"/>
            <a:ext cx="3316245" cy="1901011"/>
          </a:xfrm>
          <a:prstGeom prst="rect">
            <a:avLst/>
          </a:prstGeom>
        </p:spPr>
      </p:pic>
      <p:pic>
        <p:nvPicPr>
          <p:cNvPr id="5" name="Picture 4">
            <a:extLst>
              <a:ext uri="{FF2B5EF4-FFF2-40B4-BE49-F238E27FC236}">
                <a16:creationId xmlns:a16="http://schemas.microsoft.com/office/drawing/2014/main" id="{CE60A9FA-AF90-C158-BEC9-23903F1CA4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00592" y="4365104"/>
            <a:ext cx="2389204" cy="2389204"/>
          </a:xfrm>
          <a:prstGeom prst="rect">
            <a:avLst/>
          </a:prstGeom>
        </p:spPr>
      </p:pic>
      <p:sp>
        <p:nvSpPr>
          <p:cNvPr id="6" name="Slide Number Placeholder 5">
            <a:extLst>
              <a:ext uri="{FF2B5EF4-FFF2-40B4-BE49-F238E27FC236}">
                <a16:creationId xmlns:a16="http://schemas.microsoft.com/office/drawing/2014/main" id="{2724A83A-D8A8-48CC-B377-22802F1C63A9}"/>
              </a:ext>
            </a:extLst>
          </p:cNvPr>
          <p:cNvSpPr>
            <a:spLocks noGrp="1"/>
          </p:cNvSpPr>
          <p:nvPr>
            <p:ph type="sldNum" sz="quarter" idx="12"/>
          </p:nvPr>
        </p:nvSpPr>
        <p:spPr/>
        <p:txBody>
          <a:bodyPr/>
          <a:lstStyle/>
          <a:p>
            <a:fld id="{E31375A4-56A4-47D6-9801-1991572033F7}" type="slidenum">
              <a:rPr lang="en-AU" smtClean="0"/>
              <a:t>23</a:t>
            </a:fld>
            <a:endParaRPr lang="en-AU"/>
          </a:p>
        </p:txBody>
      </p:sp>
    </p:spTree>
    <p:extLst>
      <p:ext uri="{BB962C8B-B14F-4D97-AF65-F5344CB8AC3E}">
        <p14:creationId xmlns:p14="http://schemas.microsoft.com/office/powerpoint/2010/main" val="3824116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DBDC5-F65A-569C-58BD-4925BB36F431}"/>
              </a:ext>
            </a:extLst>
          </p:cNvPr>
          <p:cNvSpPr txBox="1">
            <a:spLocks/>
          </p:cNvSpPr>
          <p:nvPr/>
        </p:nvSpPr>
        <p:spPr>
          <a:xfrm>
            <a:off x="263352" y="2492896"/>
            <a:ext cx="11712624" cy="2664296"/>
          </a:xfrm>
          <a:prstGeom prst="rect">
            <a:avLst/>
          </a:prstGeom>
        </p:spPr>
        <p:txBody>
          <a:bodyPr>
            <a:noAutofit/>
          </a:bodyPr>
          <a:lstStyle>
            <a:lvl1pPr algn="l" defTabSz="914400" rtl="0" eaLnBrk="1" latinLnBrk="0" hangingPunct="1">
              <a:lnSpc>
                <a:spcPct val="90000"/>
              </a:lnSpc>
              <a:spcBef>
                <a:spcPct val="0"/>
              </a:spcBef>
              <a:buNone/>
              <a:defRPr sz="3400" b="0" kern="1200">
                <a:solidFill>
                  <a:schemeClr val="accent1"/>
                </a:solidFill>
                <a:latin typeface="+mj-lt"/>
                <a:ea typeface="+mj-ea"/>
                <a:cs typeface="+mj-cs"/>
              </a:defRPr>
            </a:lvl1pPr>
          </a:lstStyle>
          <a:p>
            <a:pPr algn="ctr"/>
            <a:r>
              <a:rPr lang="en-AU" sz="4000" b="1" dirty="0">
                <a:solidFill>
                  <a:srgbClr val="004E9F"/>
                </a:solidFill>
              </a:rPr>
              <a:t>Thank you very much! </a:t>
            </a:r>
          </a:p>
          <a:p>
            <a:pPr algn="ctr"/>
            <a:endParaRPr lang="en-AU" sz="4000" b="1" dirty="0">
              <a:solidFill>
                <a:srgbClr val="004E9F"/>
              </a:solidFill>
            </a:endParaRPr>
          </a:p>
          <a:p>
            <a:pPr algn="ctr"/>
            <a:endParaRPr lang="en-AU" sz="1000" b="1" dirty="0">
              <a:solidFill>
                <a:srgbClr val="004E9F"/>
              </a:solidFill>
            </a:endParaRPr>
          </a:p>
          <a:p>
            <a:pPr algn="ctr"/>
            <a:endParaRPr lang="en-AU" sz="2000" dirty="0">
              <a:solidFill>
                <a:srgbClr val="004E9F"/>
              </a:solidFill>
            </a:endParaRPr>
          </a:p>
          <a:p>
            <a:pPr algn="ctr"/>
            <a:r>
              <a:rPr lang="en-AU" sz="3200" dirty="0">
                <a:solidFill>
                  <a:srgbClr val="004E9F"/>
                </a:solidFill>
              </a:rPr>
              <a:t>Assoc. Prof. Dr. Martin Schweinberger</a:t>
            </a:r>
          </a:p>
        </p:txBody>
      </p:sp>
      <p:sp>
        <p:nvSpPr>
          <p:cNvPr id="3" name="Slide Number Placeholder 2">
            <a:extLst>
              <a:ext uri="{FF2B5EF4-FFF2-40B4-BE49-F238E27FC236}">
                <a16:creationId xmlns:a16="http://schemas.microsoft.com/office/drawing/2014/main" id="{F894B312-FF6E-4CBA-AAC6-C62F86737FF2}"/>
              </a:ext>
            </a:extLst>
          </p:cNvPr>
          <p:cNvSpPr>
            <a:spLocks noGrp="1"/>
          </p:cNvSpPr>
          <p:nvPr>
            <p:ph type="sldNum" sz="quarter" idx="12"/>
          </p:nvPr>
        </p:nvSpPr>
        <p:spPr/>
        <p:txBody>
          <a:bodyPr/>
          <a:lstStyle/>
          <a:p>
            <a:fld id="{E31375A4-56A4-47D6-9801-1991572033F7}" type="slidenum">
              <a:rPr lang="en-AU" smtClean="0"/>
              <a:t>24</a:t>
            </a:fld>
            <a:endParaRPr lang="en-AU"/>
          </a:p>
        </p:txBody>
      </p:sp>
    </p:spTree>
    <p:extLst>
      <p:ext uri="{BB962C8B-B14F-4D97-AF65-F5344CB8AC3E}">
        <p14:creationId xmlns:p14="http://schemas.microsoft.com/office/powerpoint/2010/main" val="4210503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p:txBody>
          <a:bodyPr>
            <a:normAutofit/>
          </a:bodyPr>
          <a:lstStyle/>
          <a:p>
            <a:r>
              <a:rPr lang="en-AU" dirty="0">
                <a:solidFill>
                  <a:srgbClr val="004E9F"/>
                </a:solidFill>
              </a:rPr>
              <a:t>References</a:t>
            </a:r>
            <a:endParaRPr lang="de-DE" dirty="0">
              <a:solidFill>
                <a:srgbClr val="004E9F"/>
              </a:solidFill>
            </a:endParaRPr>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95327" y="1700213"/>
            <a:ext cx="10801349" cy="4608515"/>
          </a:xfrm>
        </p:spPr>
        <p:txBody>
          <a:bodyPr>
            <a:normAutofit fontScale="92500" lnSpcReduction="10000"/>
          </a:bodyPr>
          <a:lstStyle/>
          <a:p>
            <a:r>
              <a:rPr lang="en-AU" sz="1400" b="1" dirty="0"/>
              <a:t>Andersson, L. &amp; Trudgill, P. (1992).</a:t>
            </a:r>
            <a:r>
              <a:rPr lang="en-AU" sz="1400" dirty="0"/>
              <a:t> </a:t>
            </a:r>
            <a:r>
              <a:rPr lang="en-AU" sz="1400" i="1" dirty="0"/>
              <a:t>Bad language</a:t>
            </a:r>
            <a:r>
              <a:rPr lang="en-AU" sz="1400" dirty="0"/>
              <a:t>. London: Penguin.</a:t>
            </a:r>
          </a:p>
          <a:p>
            <a:r>
              <a:rPr lang="en-AU" sz="1400" b="1" dirty="0"/>
              <a:t>Andersson, L. &amp; Trudgill, P. (2007).</a:t>
            </a:r>
            <a:r>
              <a:rPr lang="en-AU" sz="1400" dirty="0"/>
              <a:t> Swearing. In Leila Monaghan, Jane Goodman &amp; Jennifer Robinson (eds.), </a:t>
            </a:r>
            <a:r>
              <a:rPr lang="en-AU" sz="1400" i="1" dirty="0"/>
              <a:t>A cultural approach to interpersonal communication</a:t>
            </a:r>
            <a:r>
              <a:rPr lang="en-AU" sz="1400" dirty="0"/>
              <a:t>, 195–199. Oxford: Blackwell.</a:t>
            </a:r>
          </a:p>
          <a:p>
            <a:r>
              <a:rPr lang="en-AU" sz="1400" b="1" dirty="0"/>
              <a:t>Beers Fägersten, K. (2012). </a:t>
            </a:r>
            <a:r>
              <a:rPr lang="en-AU" sz="1400" dirty="0"/>
              <a:t>Who’s swearing now? The social aspects of conversational swearing. Newcastle-upon-Tyne: Cambridge Scholars Publishing.</a:t>
            </a:r>
          </a:p>
          <a:p>
            <a:r>
              <a:rPr lang="en-AU" sz="1400" b="1" dirty="0"/>
              <a:t>Culpeper, J. (2011). </a:t>
            </a:r>
            <a:r>
              <a:rPr lang="en-AU" sz="1400" i="1" dirty="0"/>
              <a:t>Impoliteness: Using language to cause offence</a:t>
            </a:r>
            <a:r>
              <a:rPr lang="en-AU" sz="1400" dirty="0"/>
              <a:t>. Cambridge University Press.</a:t>
            </a:r>
            <a:endParaRPr lang="en-AU" sz="1400" b="1" dirty="0"/>
          </a:p>
          <a:p>
            <a:r>
              <a:rPr lang="en-AU" sz="1400" b="1" dirty="0" err="1"/>
              <a:t>Drange</a:t>
            </a:r>
            <a:r>
              <a:rPr lang="en-AU" sz="1400" b="1" dirty="0"/>
              <a:t>, E. M. D., </a:t>
            </a:r>
            <a:r>
              <a:rPr lang="en-AU" sz="1400" b="1" dirty="0" err="1"/>
              <a:t>Hasund</a:t>
            </a:r>
            <a:r>
              <a:rPr lang="en-AU" sz="1400" b="1" dirty="0"/>
              <a:t>, I. K., &amp; </a:t>
            </a:r>
            <a:r>
              <a:rPr lang="en-AU" sz="1400" b="1" dirty="0" err="1"/>
              <a:t>Stenström</a:t>
            </a:r>
            <a:r>
              <a:rPr lang="en-AU" sz="1400" b="1" dirty="0"/>
              <a:t>, A. B. (2014). </a:t>
            </a:r>
            <a:r>
              <a:rPr lang="en-AU" sz="1400" dirty="0"/>
              <a:t>" Your mum!" Teenagers’ swearing by mother in English, Spanish and Norwegian. </a:t>
            </a:r>
            <a:r>
              <a:rPr lang="en-AU" sz="1400" i="1" dirty="0"/>
              <a:t>International Journal of Corpus Linguistics</a:t>
            </a:r>
            <a:r>
              <a:rPr lang="en-AU" sz="1400" dirty="0"/>
              <a:t>, </a:t>
            </a:r>
            <a:r>
              <a:rPr lang="en-AU" sz="1400" i="1" dirty="0"/>
              <a:t>19</a:t>
            </a:r>
            <a:r>
              <a:rPr lang="en-AU" sz="1400" dirty="0"/>
              <a:t>(1), 29-59.</a:t>
            </a:r>
          </a:p>
          <a:p>
            <a:pPr indent="-540000"/>
            <a:r>
              <a:rPr lang="en-AU" sz="1400" b="1" dirty="0"/>
              <a:t>Drummond, R. (2020). </a:t>
            </a:r>
            <a:r>
              <a:rPr lang="en-AU" sz="1400" dirty="0"/>
              <a:t>Teenage swearing in the UK. </a:t>
            </a:r>
            <a:r>
              <a:rPr lang="en-AU" sz="1400" i="1" dirty="0"/>
              <a:t>English World-Wide </a:t>
            </a:r>
            <a:r>
              <a:rPr lang="en-AU" sz="1400" dirty="0"/>
              <a:t>41(1). 59–88.</a:t>
            </a:r>
            <a:r>
              <a:rPr lang="en-AU" sz="1400" b="1" dirty="0"/>
              <a:t> </a:t>
            </a:r>
          </a:p>
          <a:p>
            <a:pPr indent="-540000"/>
            <a:r>
              <a:rPr lang="en-AU" sz="1400" b="1" dirty="0"/>
              <a:t>Hughes, G. (1991). </a:t>
            </a:r>
            <a:r>
              <a:rPr lang="en-AU" sz="1400" i="1" dirty="0"/>
              <a:t>Swearing: A social history of foul language, oaths and profanity in English</a:t>
            </a:r>
            <a:r>
              <a:rPr lang="en-AU" sz="1400" dirty="0"/>
              <a:t>. London: Blackwell.</a:t>
            </a:r>
          </a:p>
          <a:p>
            <a:pPr indent="-540000"/>
            <a:r>
              <a:rPr lang="en-AU" sz="1400" b="1" dirty="0"/>
              <a:t>Martínez, I. M. P., &amp; </a:t>
            </a:r>
            <a:r>
              <a:rPr lang="en-AU" sz="1400" b="1" dirty="0" err="1"/>
              <a:t>Pertejo</a:t>
            </a:r>
            <a:r>
              <a:rPr lang="en-AU" sz="1400" b="1" dirty="0"/>
              <a:t>, P. N. (2012). </a:t>
            </a:r>
            <a:r>
              <a:rPr lang="en-AU" sz="1400" dirty="0"/>
              <a:t>He's absolutely massive. It's a super day. Madonna, she is a wicked singer. Youth language and intensification: a corpus-based study. </a:t>
            </a:r>
            <a:r>
              <a:rPr lang="en-AU" sz="1400" i="1" dirty="0"/>
              <a:t>Text &amp; Talk</a:t>
            </a:r>
            <a:r>
              <a:rPr lang="en-AU" sz="1400" dirty="0"/>
              <a:t>, </a:t>
            </a:r>
            <a:r>
              <a:rPr lang="en-AU" sz="1400" i="1" dirty="0"/>
              <a:t>32</a:t>
            </a:r>
            <a:r>
              <a:rPr lang="en-AU" sz="1400" dirty="0"/>
              <a:t>(6), 773-796.</a:t>
            </a:r>
            <a:endParaRPr lang="en-AU" sz="1400" b="1" dirty="0"/>
          </a:p>
          <a:p>
            <a:pPr indent="-540000"/>
            <a:r>
              <a:rPr lang="en-AU" sz="1400" b="1" dirty="0"/>
              <a:t>McEnery, T. (2006). </a:t>
            </a:r>
            <a:r>
              <a:rPr lang="en-AU" sz="1400" i="1" dirty="0"/>
              <a:t>Swearing in English: Bad language, purity and power from 1586 to the present</a:t>
            </a:r>
            <a:r>
              <a:rPr lang="en-AU" sz="1400" dirty="0"/>
              <a:t>. New York: Routledge.</a:t>
            </a:r>
            <a:endParaRPr lang="en-AU" sz="1400" b="1" dirty="0"/>
          </a:p>
          <a:p>
            <a:pPr indent="-540000"/>
            <a:r>
              <a:rPr lang="en-AU" sz="1400" b="1" dirty="0"/>
              <a:t>Love, R. (2021)</a:t>
            </a:r>
            <a:r>
              <a:rPr lang="en-AU" sz="1400" i="1" dirty="0"/>
              <a:t>. </a:t>
            </a:r>
            <a:r>
              <a:rPr lang="en-AU" sz="1400" dirty="0"/>
              <a:t>Swearing in informal spoken English: 1990s–2010s. </a:t>
            </a:r>
            <a:r>
              <a:rPr lang="en-AU" sz="1400" i="1" dirty="0"/>
              <a:t>Text &amp; Talk </a:t>
            </a:r>
            <a:r>
              <a:rPr lang="en-AU" sz="1400" dirty="0"/>
              <a:t>41(5-6): 739-762. </a:t>
            </a:r>
          </a:p>
          <a:p>
            <a:pPr indent="-540000"/>
            <a:r>
              <a:rPr lang="en-AU" sz="1400" b="1" dirty="0"/>
              <a:t>Schweinberger, M. (2018). </a:t>
            </a:r>
            <a:r>
              <a:rPr lang="en-AU" sz="1400" dirty="0"/>
              <a:t>Swearing in Irish English -- A corpus-based quantitative analysis of the sociolinguistics of swearing. </a:t>
            </a:r>
            <a:r>
              <a:rPr lang="en-AU" sz="1400" i="1" dirty="0"/>
              <a:t>Lingua</a:t>
            </a:r>
            <a:r>
              <a:rPr lang="en-AU" sz="1400" dirty="0"/>
              <a:t> 209. 1–20. </a:t>
            </a:r>
          </a:p>
          <a:p>
            <a:pPr indent="-540000"/>
            <a:r>
              <a:rPr lang="en-AU" sz="1400" b="1" dirty="0"/>
              <a:t>Seizer, S. (2011). </a:t>
            </a:r>
            <a:r>
              <a:rPr lang="en-AU" sz="1400" dirty="0"/>
              <a:t>On the uses of obscenity in live stand-up comedy. </a:t>
            </a:r>
            <a:r>
              <a:rPr lang="en-AU" sz="1400" i="1" dirty="0"/>
              <a:t>Anthropological Quarterly</a:t>
            </a:r>
            <a:r>
              <a:rPr lang="en-AU" sz="1400" dirty="0"/>
              <a:t>, 209-234.</a:t>
            </a:r>
          </a:p>
          <a:p>
            <a:pPr indent="-540000"/>
            <a:r>
              <a:rPr lang="en-AU" sz="1400" b="1" dirty="0"/>
              <a:t>Stapleton, K. (2010). </a:t>
            </a:r>
            <a:r>
              <a:rPr lang="en-AU" sz="1400" dirty="0"/>
              <a:t>Swearing. In Miriam A. </a:t>
            </a:r>
            <a:r>
              <a:rPr lang="en-AU" sz="1400" dirty="0" err="1"/>
              <a:t>Locher</a:t>
            </a:r>
            <a:r>
              <a:rPr lang="en-AU" sz="1400" dirty="0"/>
              <a:t> &amp; Sage L. Graham (eds.), </a:t>
            </a:r>
            <a:r>
              <a:rPr lang="en-AU" sz="1400" i="1" dirty="0"/>
              <a:t>Interpersonal pragmatics</a:t>
            </a:r>
            <a:r>
              <a:rPr lang="en-AU" sz="1400" dirty="0"/>
              <a:t>, 289–306. Berlin: De Gruyter Mouton. </a:t>
            </a:r>
          </a:p>
          <a:p>
            <a:pPr indent="-540000"/>
            <a:endParaRPr lang="en-AU" sz="1400" dirty="0"/>
          </a:p>
          <a:p>
            <a:pPr indent="-540000"/>
            <a:endParaRPr lang="en-AU" sz="1400" dirty="0"/>
          </a:p>
        </p:txBody>
      </p:sp>
      <p:pic>
        <p:nvPicPr>
          <p:cNvPr id="1026" name="Picture 2" descr="The 50 great books on education">
            <a:extLst>
              <a:ext uri="{FF2B5EF4-FFF2-40B4-BE49-F238E27FC236}">
                <a16:creationId xmlns:a16="http://schemas.microsoft.com/office/drawing/2014/main" id="{F81AE507-1288-AE5A-ADF4-058E04FD6A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17583" y="0"/>
            <a:ext cx="2274417" cy="1521792"/>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8699FA78-A374-44AB-B5ED-8AA45C873703}"/>
              </a:ext>
            </a:extLst>
          </p:cNvPr>
          <p:cNvSpPr>
            <a:spLocks noGrp="1"/>
          </p:cNvSpPr>
          <p:nvPr>
            <p:ph type="sldNum" sz="quarter" idx="12"/>
          </p:nvPr>
        </p:nvSpPr>
        <p:spPr/>
        <p:txBody>
          <a:bodyPr/>
          <a:lstStyle/>
          <a:p>
            <a:fld id="{E31375A4-56A4-47D6-9801-1991572033F7}" type="slidenum">
              <a:rPr lang="en-AU" smtClean="0"/>
              <a:t>25</a:t>
            </a:fld>
            <a:endParaRPr lang="en-AU"/>
          </a:p>
        </p:txBody>
      </p:sp>
    </p:spTree>
    <p:extLst>
      <p:ext uri="{BB962C8B-B14F-4D97-AF65-F5344CB8AC3E}">
        <p14:creationId xmlns:p14="http://schemas.microsoft.com/office/powerpoint/2010/main" val="627385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p:txBody>
          <a:bodyPr>
            <a:normAutofit/>
          </a:bodyPr>
          <a:lstStyle/>
          <a:p>
            <a:r>
              <a:rPr lang="en-AU" dirty="0">
                <a:solidFill>
                  <a:srgbClr val="004E9F"/>
                </a:solidFill>
              </a:rPr>
              <a:t>Software</a:t>
            </a:r>
            <a:endParaRPr lang="de-DE" dirty="0">
              <a:solidFill>
                <a:srgbClr val="004E9F"/>
              </a:solidFill>
            </a:endParaRPr>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95327" y="1700213"/>
            <a:ext cx="10801349" cy="4608515"/>
          </a:xfrm>
        </p:spPr>
        <p:txBody>
          <a:bodyPr>
            <a:normAutofit/>
          </a:bodyPr>
          <a:lstStyle/>
          <a:p>
            <a:pPr indent="-540000"/>
            <a:r>
              <a:rPr lang="en-AU" sz="1400" b="1" dirty="0"/>
              <a:t>Software</a:t>
            </a:r>
          </a:p>
          <a:p>
            <a:pPr indent="-540000"/>
            <a:r>
              <a:rPr lang="en-AU" sz="1400" b="1" dirty="0"/>
              <a:t>R Core Team (2022). </a:t>
            </a:r>
            <a:r>
              <a:rPr lang="en-AU" sz="1400" i="1" dirty="0"/>
              <a:t>R: A language and environment for statistical computing</a:t>
            </a:r>
            <a:r>
              <a:rPr lang="en-AU" sz="1400" dirty="0"/>
              <a:t>. R Foundation for Statistical Computing, Vienna, Austria. (</a:t>
            </a:r>
            <a:r>
              <a:rPr lang="en-AU" sz="1400" dirty="0">
                <a:solidFill>
                  <a:srgbClr val="909085"/>
                </a:solidFill>
                <a:hlinkClick r:id="rId2">
                  <a:extLst>
                    <a:ext uri="{A12FA001-AC4F-418D-AE19-62706E023703}">
                      <ahyp:hlinkClr xmlns:ahyp="http://schemas.microsoft.com/office/drawing/2018/hyperlinkcolor" val="tx"/>
                    </a:ext>
                  </a:extLst>
                </a:hlinkClick>
              </a:rPr>
              <a:t>https://www.R-project.org</a:t>
            </a:r>
            <a:r>
              <a:rPr lang="en-AU" sz="1400" dirty="0"/>
              <a:t>)</a:t>
            </a:r>
          </a:p>
          <a:p>
            <a:pPr indent="-540000"/>
            <a:r>
              <a:rPr lang="en-AU" sz="1400" b="1" dirty="0"/>
              <a:t>RStudio Team (2022). </a:t>
            </a:r>
            <a:r>
              <a:rPr lang="en-AU" sz="1400" i="1" dirty="0"/>
              <a:t>RStudio: Integrated Development Environment for R</a:t>
            </a:r>
            <a:r>
              <a:rPr lang="en-AU" sz="1400" dirty="0"/>
              <a:t>. RStudio, PBC: Boston, MA (http://www.rstudio.com)</a:t>
            </a:r>
          </a:p>
          <a:p>
            <a:pPr indent="-540000"/>
            <a:r>
              <a:rPr lang="en-AU" sz="1400" b="1" dirty="0"/>
              <a:t>Bates, D., </a:t>
            </a:r>
            <a:r>
              <a:rPr lang="en-AU" sz="1400" b="1" dirty="0" err="1"/>
              <a:t>Maechler</a:t>
            </a:r>
            <a:r>
              <a:rPr lang="en-AU" sz="1400" b="1" dirty="0"/>
              <a:t>, M., </a:t>
            </a:r>
            <a:r>
              <a:rPr lang="en-AU" sz="1400" b="1" dirty="0" err="1"/>
              <a:t>Bolker</a:t>
            </a:r>
            <a:r>
              <a:rPr lang="en-AU" sz="1400" b="1" dirty="0"/>
              <a:t>, B., &amp; Walker, S. (2015). </a:t>
            </a:r>
            <a:r>
              <a:rPr lang="en-AU" sz="1400" dirty="0"/>
              <a:t>Fitting Linear Mixed-Effects Models Using lme4. </a:t>
            </a:r>
            <a:r>
              <a:rPr lang="en-AU" sz="1400" i="1" dirty="0"/>
              <a:t>Journal of Statistical Software</a:t>
            </a:r>
            <a:r>
              <a:rPr lang="en-AU" sz="1400" dirty="0"/>
              <a:t> 67(1), 1-48.</a:t>
            </a:r>
          </a:p>
          <a:p>
            <a:pPr indent="-540000"/>
            <a:r>
              <a:rPr lang="en-AU" sz="1400" b="1" dirty="0"/>
              <a:t>Benoit K, Watanabe K, Wang H, </a:t>
            </a:r>
            <a:r>
              <a:rPr lang="en-AU" sz="1400" b="1" dirty="0" err="1"/>
              <a:t>Nulty</a:t>
            </a:r>
            <a:r>
              <a:rPr lang="en-AU" sz="1400" b="1" dirty="0"/>
              <a:t> P, Obeng A, Müller S, Matsuo A (2018).</a:t>
            </a:r>
            <a:r>
              <a:rPr lang="en-AU" sz="1400" dirty="0"/>
              <a:t> </a:t>
            </a:r>
            <a:r>
              <a:rPr lang="en-AU" sz="1400" dirty="0" err="1"/>
              <a:t>quanteda</a:t>
            </a:r>
            <a:r>
              <a:rPr lang="en-AU" sz="1400" dirty="0"/>
              <a:t>: An R package for the quantitative analysis of textual data. </a:t>
            </a:r>
            <a:r>
              <a:rPr lang="en-AU" sz="1400" i="1" dirty="0"/>
              <a:t>Journal of Open Source Software</a:t>
            </a:r>
            <a:r>
              <a:rPr lang="en-AU" sz="1400" dirty="0"/>
              <a:t> 3(30): 774.</a:t>
            </a:r>
          </a:p>
          <a:p>
            <a:pPr indent="-540000"/>
            <a:r>
              <a:rPr lang="en-AU" sz="1400" b="1" dirty="0" err="1"/>
              <a:t>Lüdecke</a:t>
            </a:r>
            <a:r>
              <a:rPr lang="en-AU" sz="1400" b="1" dirty="0"/>
              <a:t> D. (2021). </a:t>
            </a:r>
            <a:r>
              <a:rPr lang="en-AU" sz="1400" i="1" dirty="0" err="1"/>
              <a:t>sjPlot</a:t>
            </a:r>
            <a:r>
              <a:rPr lang="en-AU" sz="1400" i="1" dirty="0"/>
              <a:t>: Data Visualization for Statistics in Social Science</a:t>
            </a:r>
            <a:r>
              <a:rPr lang="en-AU" sz="1400" dirty="0"/>
              <a:t>. R package. Version 2.8.10 (</a:t>
            </a:r>
            <a:r>
              <a:rPr lang="en-AU" sz="1400" dirty="0">
                <a:solidFill>
                  <a:srgbClr val="909085"/>
                </a:solidFill>
                <a:hlinkClick r:id="rId3">
                  <a:extLst>
                    <a:ext uri="{A12FA001-AC4F-418D-AE19-62706E023703}">
                      <ahyp:hlinkClr xmlns:ahyp="http://schemas.microsoft.com/office/drawing/2018/hyperlinkcolor" val="tx"/>
                    </a:ext>
                  </a:extLst>
                </a:hlinkClick>
              </a:rPr>
              <a:t>https://CRAN.R-project.org/package=sjPlot</a:t>
            </a:r>
            <a:r>
              <a:rPr lang="en-AU" sz="1400" dirty="0"/>
              <a:t>).</a:t>
            </a:r>
          </a:p>
          <a:p>
            <a:pPr indent="-540000"/>
            <a:r>
              <a:rPr lang="en-AU" sz="1400" b="1" dirty="0"/>
              <a:t>Wickham et al., (2019). </a:t>
            </a:r>
            <a:r>
              <a:rPr lang="en-AU" sz="1400" dirty="0"/>
              <a:t>Welcome to the </a:t>
            </a:r>
            <a:r>
              <a:rPr lang="en-AU" sz="1400" dirty="0" err="1"/>
              <a:t>tidyverse</a:t>
            </a:r>
            <a:r>
              <a:rPr lang="en-AU" sz="1400" dirty="0"/>
              <a:t>. </a:t>
            </a:r>
            <a:r>
              <a:rPr lang="en-AU" sz="1400" i="1" dirty="0"/>
              <a:t>Journal of Open Source Software </a:t>
            </a:r>
            <a:r>
              <a:rPr lang="en-AU" sz="1400" dirty="0"/>
              <a:t>4(43): 1686.</a:t>
            </a:r>
          </a:p>
        </p:txBody>
      </p:sp>
      <p:pic>
        <p:nvPicPr>
          <p:cNvPr id="2050" name="Picture 2" descr="The Role of a Software Developer | Technojobs UK">
            <a:extLst>
              <a:ext uri="{FF2B5EF4-FFF2-40B4-BE49-F238E27FC236}">
                <a16:creationId xmlns:a16="http://schemas.microsoft.com/office/drawing/2014/main" id="{2A000A15-6571-3E86-B2FC-1CDE88A24A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8819" y="0"/>
            <a:ext cx="2282688" cy="1521792"/>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5C8E1B57-83F6-401A-A5D7-68752E9C26B8}"/>
              </a:ext>
            </a:extLst>
          </p:cNvPr>
          <p:cNvSpPr>
            <a:spLocks noGrp="1"/>
          </p:cNvSpPr>
          <p:nvPr>
            <p:ph type="sldNum" sz="quarter" idx="12"/>
          </p:nvPr>
        </p:nvSpPr>
        <p:spPr/>
        <p:txBody>
          <a:bodyPr/>
          <a:lstStyle/>
          <a:p>
            <a:fld id="{E31375A4-56A4-47D6-9801-1991572033F7}" type="slidenum">
              <a:rPr lang="en-AU" smtClean="0"/>
              <a:t>26</a:t>
            </a:fld>
            <a:endParaRPr lang="en-AU"/>
          </a:p>
        </p:txBody>
      </p:sp>
    </p:spTree>
    <p:extLst>
      <p:ext uri="{BB962C8B-B14F-4D97-AF65-F5344CB8AC3E}">
        <p14:creationId xmlns:p14="http://schemas.microsoft.com/office/powerpoint/2010/main" val="2583819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42C7B-801F-F44D-05A5-7BC2D4603908}"/>
              </a:ext>
            </a:extLst>
          </p:cNvPr>
          <p:cNvSpPr>
            <a:spLocks noGrp="1"/>
          </p:cNvSpPr>
          <p:nvPr>
            <p:ph type="title"/>
          </p:nvPr>
        </p:nvSpPr>
        <p:spPr/>
        <p:txBody>
          <a:bodyPr>
            <a:normAutofit/>
          </a:bodyPr>
          <a:lstStyle/>
          <a:p>
            <a:r>
              <a:rPr lang="en-AU" dirty="0">
                <a:solidFill>
                  <a:srgbClr val="004E9F"/>
                </a:solidFill>
              </a:rPr>
              <a:t>Acknowledgements</a:t>
            </a:r>
            <a:endParaRPr lang="de-DE" dirty="0">
              <a:solidFill>
                <a:srgbClr val="004E9F"/>
              </a:solidFill>
            </a:endParaRPr>
          </a:p>
        </p:txBody>
      </p:sp>
      <p:sp>
        <p:nvSpPr>
          <p:cNvPr id="3" name="Content Placeholder 2">
            <a:extLst>
              <a:ext uri="{FF2B5EF4-FFF2-40B4-BE49-F238E27FC236}">
                <a16:creationId xmlns:a16="http://schemas.microsoft.com/office/drawing/2014/main" id="{0687D020-A7A4-68B8-8E4D-0BFBA78B6AD7}"/>
              </a:ext>
            </a:extLst>
          </p:cNvPr>
          <p:cNvSpPr>
            <a:spLocks noGrp="1"/>
          </p:cNvSpPr>
          <p:nvPr>
            <p:ph idx="1"/>
          </p:nvPr>
        </p:nvSpPr>
        <p:spPr>
          <a:xfrm>
            <a:off x="695327" y="1700213"/>
            <a:ext cx="8425009" cy="4608515"/>
          </a:xfrm>
        </p:spPr>
        <p:txBody>
          <a:bodyPr>
            <a:normAutofit/>
          </a:bodyPr>
          <a:lstStyle/>
          <a:p>
            <a:pPr indent="-540000"/>
            <a:r>
              <a:rPr lang="en-AU" dirty="0"/>
              <a:t>The study is part of a collaborative project  (</a:t>
            </a:r>
            <a:r>
              <a:rPr lang="en-AU" i="1" dirty="0"/>
              <a:t>Fucking Twitter</a:t>
            </a:r>
            <a:r>
              <a:rPr lang="en-AU" dirty="0"/>
              <a:t>) that has  received seed funding from the UQ Digital Cultures and Societies Hub under  my lead. The project which involves researchers at the University of Queensland (Michel Haugh and Sam Hames) the Australian Digital Observatory (Marissa Takahashi) at the Queensland University of Technology and researchers of FIN-CLARIAH at the University of Eastern Finland (Mikko Laitinen and Paula Rautionaho).  </a:t>
            </a:r>
          </a:p>
          <a:p>
            <a:pPr indent="-540000"/>
            <a:endParaRPr lang="en-AU" dirty="0"/>
          </a:p>
          <a:p>
            <a:pPr indent="-540000"/>
            <a:r>
              <a:rPr lang="en-AU" dirty="0"/>
              <a:t>The resulting paper will be submitted </a:t>
            </a:r>
            <a:r>
              <a:rPr lang="en-AU" i="1" dirty="0"/>
              <a:t>Big Data &amp; Society.</a:t>
            </a:r>
            <a:endParaRPr lang="en-AU" dirty="0"/>
          </a:p>
        </p:txBody>
      </p:sp>
      <p:pic>
        <p:nvPicPr>
          <p:cNvPr id="9" name="Picture 8">
            <a:extLst>
              <a:ext uri="{FF2B5EF4-FFF2-40B4-BE49-F238E27FC236}">
                <a16:creationId xmlns:a16="http://schemas.microsoft.com/office/drawing/2014/main" id="{52C9C735-7744-69EB-142B-3D243C1ABEC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08368" y="1262769"/>
            <a:ext cx="2389257" cy="2389257"/>
          </a:xfrm>
          <a:prstGeom prst="rect">
            <a:avLst/>
          </a:prstGeom>
        </p:spPr>
      </p:pic>
      <p:sp>
        <p:nvSpPr>
          <p:cNvPr id="10" name="TextBox 9">
            <a:extLst>
              <a:ext uri="{FF2B5EF4-FFF2-40B4-BE49-F238E27FC236}">
                <a16:creationId xmlns:a16="http://schemas.microsoft.com/office/drawing/2014/main" id="{C1D07009-73D4-091E-0F5A-1377EC237C49}"/>
              </a:ext>
            </a:extLst>
          </p:cNvPr>
          <p:cNvSpPr txBox="1"/>
          <p:nvPr/>
        </p:nvSpPr>
        <p:spPr>
          <a:xfrm>
            <a:off x="7635279" y="3957458"/>
            <a:ext cx="4502060" cy="1200329"/>
          </a:xfrm>
          <a:prstGeom prst="rect">
            <a:avLst/>
          </a:prstGeom>
          <a:noFill/>
        </p:spPr>
        <p:txBody>
          <a:bodyPr wrap="square" rtlCol="0">
            <a:spAutoFit/>
          </a:bodyPr>
          <a:lstStyle/>
          <a:p>
            <a:pPr algn="r"/>
            <a:r>
              <a:rPr lang="de-DE" dirty="0" err="1"/>
              <a:t>Assoc</a:t>
            </a:r>
            <a:r>
              <a:rPr lang="de-DE" dirty="0"/>
              <a:t>. Prof. Dr. Martin Schweinberger</a:t>
            </a:r>
          </a:p>
          <a:p>
            <a:pPr algn="r"/>
            <a:r>
              <a:rPr lang="de-DE" dirty="0">
                <a:solidFill>
                  <a:srgbClr val="909085"/>
                </a:solidFill>
                <a:hlinkClick r:id="rId3">
                  <a:extLst>
                    <a:ext uri="{A12FA001-AC4F-418D-AE19-62706E023703}">
                      <ahyp:hlinkClr xmlns:ahyp="http://schemas.microsoft.com/office/drawing/2018/hyperlinkcolor" val="tx"/>
                    </a:ext>
                  </a:extLst>
                </a:hlinkClick>
              </a:rPr>
              <a:t>m.schweinberger@uq.edu.au</a:t>
            </a:r>
            <a:br>
              <a:rPr lang="de-DE" dirty="0">
                <a:solidFill>
                  <a:srgbClr val="909085"/>
                </a:solidFill>
              </a:rPr>
            </a:br>
            <a:r>
              <a:rPr lang="de-DE" dirty="0">
                <a:solidFill>
                  <a:srgbClr val="909085"/>
                </a:solidFill>
                <a:hlinkClick r:id="rId4">
                  <a:extLst>
                    <a:ext uri="{A12FA001-AC4F-418D-AE19-62706E023703}">
                      <ahyp:hlinkClr xmlns:ahyp="http://schemas.microsoft.com/office/drawing/2018/hyperlinkcolor" val="tx"/>
                    </a:ext>
                  </a:extLst>
                </a:hlinkClick>
              </a:rPr>
              <a:t>martin.schweinberger@uit.no</a:t>
            </a:r>
            <a:endParaRPr lang="de-DE" dirty="0">
              <a:solidFill>
                <a:srgbClr val="909085"/>
              </a:solidFill>
            </a:endParaRPr>
          </a:p>
          <a:p>
            <a:pPr algn="r"/>
            <a:r>
              <a:rPr lang="en-AU" dirty="0"/>
              <a:t>https://github.com/MartinSchweinberger</a:t>
            </a:r>
          </a:p>
        </p:txBody>
      </p:sp>
      <p:sp>
        <p:nvSpPr>
          <p:cNvPr id="4" name="Slide Number Placeholder 3">
            <a:extLst>
              <a:ext uri="{FF2B5EF4-FFF2-40B4-BE49-F238E27FC236}">
                <a16:creationId xmlns:a16="http://schemas.microsoft.com/office/drawing/2014/main" id="{4A9128D3-6BF1-4F10-BF9A-B551A1F073D9}"/>
              </a:ext>
            </a:extLst>
          </p:cNvPr>
          <p:cNvSpPr>
            <a:spLocks noGrp="1"/>
          </p:cNvSpPr>
          <p:nvPr>
            <p:ph type="sldNum" sz="quarter" idx="12"/>
          </p:nvPr>
        </p:nvSpPr>
        <p:spPr/>
        <p:txBody>
          <a:bodyPr/>
          <a:lstStyle/>
          <a:p>
            <a:fld id="{E31375A4-56A4-47D6-9801-1991572033F7}" type="slidenum">
              <a:rPr lang="en-AU" smtClean="0"/>
              <a:t>27</a:t>
            </a:fld>
            <a:endParaRPr lang="en-AU"/>
          </a:p>
        </p:txBody>
      </p:sp>
    </p:spTree>
    <p:extLst>
      <p:ext uri="{BB962C8B-B14F-4D97-AF65-F5344CB8AC3E}">
        <p14:creationId xmlns:p14="http://schemas.microsoft.com/office/powerpoint/2010/main" val="3436178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7ABF80F-8C64-F82F-D737-9E16044513C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80176" y="5733599"/>
            <a:ext cx="2021565" cy="1007624"/>
          </a:xfrm>
          <a:prstGeom prst="rect">
            <a:avLst/>
          </a:prstGeom>
        </p:spPr>
      </p:pic>
      <p:pic>
        <p:nvPicPr>
          <p:cNvPr id="6" name="Picture 5">
            <a:extLst>
              <a:ext uri="{FF2B5EF4-FFF2-40B4-BE49-F238E27FC236}">
                <a16:creationId xmlns:a16="http://schemas.microsoft.com/office/drawing/2014/main" id="{98A55531-7E6F-DF44-48F6-4535A9D47E5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987" y="5582725"/>
            <a:ext cx="3178126" cy="1224136"/>
          </a:xfrm>
          <a:prstGeom prst="rect">
            <a:avLst/>
          </a:prstGeom>
        </p:spPr>
      </p:pic>
      <p:sp>
        <p:nvSpPr>
          <p:cNvPr id="2" name="Title 1">
            <a:extLst>
              <a:ext uri="{FF2B5EF4-FFF2-40B4-BE49-F238E27FC236}">
                <a16:creationId xmlns:a16="http://schemas.microsoft.com/office/drawing/2014/main" id="{D47DBDC5-F65A-569C-58BD-4925BB36F431}"/>
              </a:ext>
            </a:extLst>
          </p:cNvPr>
          <p:cNvSpPr txBox="1">
            <a:spLocks/>
          </p:cNvSpPr>
          <p:nvPr/>
        </p:nvSpPr>
        <p:spPr>
          <a:xfrm>
            <a:off x="911424" y="1353259"/>
            <a:ext cx="10369152" cy="4326706"/>
          </a:xfrm>
          <a:prstGeom prst="rect">
            <a:avLst/>
          </a:prstGeom>
        </p:spPr>
        <p:txBody>
          <a:bodyPr>
            <a:noAutofit/>
          </a:bodyPr>
          <a:lstStyle>
            <a:lvl1pPr algn="l" defTabSz="914400" rtl="0" eaLnBrk="1" latinLnBrk="0" hangingPunct="1">
              <a:lnSpc>
                <a:spcPct val="90000"/>
              </a:lnSpc>
              <a:spcBef>
                <a:spcPct val="0"/>
              </a:spcBef>
              <a:buNone/>
              <a:defRPr sz="3400" b="0" kern="1200">
                <a:solidFill>
                  <a:schemeClr val="accent1"/>
                </a:solidFill>
                <a:latin typeface="+mj-lt"/>
                <a:ea typeface="+mj-ea"/>
                <a:cs typeface="+mj-cs"/>
              </a:defRPr>
            </a:lvl1pPr>
          </a:lstStyle>
          <a:p>
            <a:pPr algn="ctr"/>
            <a:r>
              <a:rPr lang="en-AU" sz="4000" b="1" dirty="0">
                <a:solidFill>
                  <a:srgbClr val="004E9F"/>
                </a:solidFill>
              </a:rPr>
              <a:t>F%$# Twitter</a:t>
            </a:r>
          </a:p>
          <a:p>
            <a:pPr algn="ctr"/>
            <a:r>
              <a:rPr lang="en-AU" sz="4000" b="1" dirty="0">
                <a:solidFill>
                  <a:srgbClr val="004E9F"/>
                </a:solidFill>
              </a:rPr>
              <a:t>A corpus-based analysis of vulgar language on Twitter</a:t>
            </a:r>
            <a:endParaRPr lang="en-AU" sz="2000" b="1" dirty="0">
              <a:solidFill>
                <a:srgbClr val="004E9F"/>
              </a:solidFill>
            </a:endParaRPr>
          </a:p>
          <a:p>
            <a:pPr algn="ctr"/>
            <a:br>
              <a:rPr lang="en-AU" sz="3200" dirty="0"/>
            </a:br>
            <a:r>
              <a:rPr lang="en-AU" sz="3200" dirty="0">
                <a:solidFill>
                  <a:srgbClr val="909085"/>
                </a:solidFill>
              </a:rPr>
              <a:t>Assoc. Prof. Dr. Martin Schweinberger</a:t>
            </a:r>
          </a:p>
          <a:p>
            <a:pPr algn="ctr"/>
            <a:br>
              <a:rPr lang="en-AU" sz="2000" dirty="0">
                <a:solidFill>
                  <a:schemeClr val="tx1"/>
                </a:solidFill>
              </a:rPr>
            </a:br>
            <a:r>
              <a:rPr lang="de-DE" sz="2000" dirty="0">
                <a:solidFill>
                  <a:srgbClr val="FCBA00"/>
                </a:solidFill>
              </a:rPr>
              <a:t>University of Queensland | Arctic University of Norway, Troms</a:t>
            </a:r>
            <a:r>
              <a:rPr lang="nb-NO" sz="2000" dirty="0">
                <a:solidFill>
                  <a:srgbClr val="FCBA00"/>
                </a:solidFill>
              </a:rPr>
              <a:t>ø</a:t>
            </a:r>
            <a:endParaRPr lang="en-US" sz="3200" dirty="0">
              <a:solidFill>
                <a:srgbClr val="FCBA00"/>
              </a:solidFill>
            </a:endParaRPr>
          </a:p>
        </p:txBody>
      </p:sp>
      <p:pic>
        <p:nvPicPr>
          <p:cNvPr id="8" name="Picture 7">
            <a:extLst>
              <a:ext uri="{FF2B5EF4-FFF2-40B4-BE49-F238E27FC236}">
                <a16:creationId xmlns:a16="http://schemas.microsoft.com/office/drawing/2014/main" id="{E09DBDDA-D30A-137B-8C77-B050DFE265F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71185" y="5678583"/>
            <a:ext cx="2905904" cy="1117655"/>
          </a:xfrm>
          <a:prstGeom prst="rect">
            <a:avLst/>
          </a:prstGeom>
        </p:spPr>
      </p:pic>
      <p:pic>
        <p:nvPicPr>
          <p:cNvPr id="3" name="Picture 2">
            <a:extLst>
              <a:ext uri="{FF2B5EF4-FFF2-40B4-BE49-F238E27FC236}">
                <a16:creationId xmlns:a16="http://schemas.microsoft.com/office/drawing/2014/main" id="{2503DE75-8EC2-671A-A22E-A6E43D38197A}"/>
              </a:ext>
            </a:extLst>
          </p:cNvPr>
          <p:cNvPicPr>
            <a:picLocks noChangeAspect="1"/>
          </p:cNvPicPr>
          <p:nvPr/>
        </p:nvPicPr>
        <p:blipFill>
          <a:blip r:embed="rId5"/>
          <a:stretch>
            <a:fillRect/>
          </a:stretch>
        </p:blipFill>
        <p:spPr>
          <a:xfrm>
            <a:off x="10512009" y="5799237"/>
            <a:ext cx="1395066" cy="876348"/>
          </a:xfrm>
          <a:prstGeom prst="rect">
            <a:avLst/>
          </a:prstGeom>
        </p:spPr>
      </p:pic>
      <p:sp>
        <p:nvSpPr>
          <p:cNvPr id="7" name="Slide Number Placeholder 6">
            <a:extLst>
              <a:ext uri="{FF2B5EF4-FFF2-40B4-BE49-F238E27FC236}">
                <a16:creationId xmlns:a16="http://schemas.microsoft.com/office/drawing/2014/main" id="{8021DB6F-06D8-49CC-9216-A943968C86F7}"/>
              </a:ext>
            </a:extLst>
          </p:cNvPr>
          <p:cNvSpPr>
            <a:spLocks noGrp="1"/>
          </p:cNvSpPr>
          <p:nvPr>
            <p:ph type="sldNum" sz="quarter" idx="12"/>
          </p:nvPr>
        </p:nvSpPr>
        <p:spPr/>
        <p:txBody>
          <a:bodyPr/>
          <a:lstStyle/>
          <a:p>
            <a:fld id="{E31375A4-56A4-47D6-9801-1991572033F7}" type="slidenum">
              <a:rPr lang="en-AU" smtClean="0"/>
              <a:t>28</a:t>
            </a:fld>
            <a:endParaRPr lang="en-AU"/>
          </a:p>
        </p:txBody>
      </p:sp>
    </p:spTree>
    <p:extLst>
      <p:ext uri="{BB962C8B-B14F-4D97-AF65-F5344CB8AC3E}">
        <p14:creationId xmlns:p14="http://schemas.microsoft.com/office/powerpoint/2010/main" val="3136988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niversity of Queensland">
  <a:themeElements>
    <a:clrScheme name="UQ">
      <a:dk1>
        <a:sysClr val="windowText" lastClr="000000"/>
      </a:dk1>
      <a:lt1>
        <a:sysClr val="window" lastClr="FFFFFF"/>
      </a:lt1>
      <a:dk2>
        <a:srgbClr val="44546A"/>
      </a:dk2>
      <a:lt2>
        <a:srgbClr val="E7E6E6"/>
      </a:lt2>
      <a:accent1>
        <a:srgbClr val="51247A"/>
      </a:accent1>
      <a:accent2>
        <a:srgbClr val="E62645"/>
      </a:accent2>
      <a:accent3>
        <a:srgbClr val="00A2C7"/>
      </a:accent3>
      <a:accent4>
        <a:srgbClr val="EB602B"/>
      </a:accent4>
      <a:accent5>
        <a:srgbClr val="4085C6"/>
      </a:accent5>
      <a:accent6>
        <a:srgbClr val="2EA836"/>
      </a:accent6>
      <a:hlink>
        <a:srgbClr val="51247A"/>
      </a:hlink>
      <a:folHlink>
        <a:srgbClr val="51247A"/>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UQ PowerPoint Template v4.potx" id="{EB40B91F-2F7C-4628-893D-3539496D6C6A}" vid="{691CE4A2-4C6F-4895-A94C-37E246F52C87}"/>
    </a:ext>
  </a:extLst>
</a:theme>
</file>

<file path=ppt/theme/theme2.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UQ PowerPoint template</Template>
  <TotalTime>0</TotalTime>
  <Words>3122</Words>
  <Application>Microsoft Office PowerPoint</Application>
  <PresentationFormat>Widescreen</PresentationFormat>
  <Paragraphs>276</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Courier New</vt:lpstr>
      <vt:lpstr>Franklin Gothic Medium</vt:lpstr>
      <vt:lpstr>Wingdings</vt:lpstr>
      <vt:lpstr>University of Queensland</vt:lpstr>
      <vt:lpstr>PowerPoint Presentation</vt:lpstr>
      <vt:lpstr>Background and Motivation</vt:lpstr>
      <vt:lpstr>Aims of the talk</vt:lpstr>
      <vt:lpstr>PowerPoint Presentation</vt:lpstr>
      <vt:lpstr>Vulgarity as a linguistic phenomenon</vt:lpstr>
      <vt:lpstr>Previous Research</vt:lpstr>
      <vt:lpstr>What counts as vulgar?</vt:lpstr>
      <vt:lpstr>Research Gaps</vt:lpstr>
      <vt:lpstr>PowerPoint Presentation</vt:lpstr>
      <vt:lpstr>Data</vt:lpstr>
      <vt:lpstr>Overview of frequencies across location</vt:lpstr>
      <vt:lpstr>PowerPoint Presentation</vt:lpstr>
      <vt:lpstr>Statistical analysis</vt:lpstr>
      <vt:lpstr>Forms of Vulgarity (RQ1)</vt:lpstr>
      <vt:lpstr>Forms of Vulgarity (RQ1)</vt:lpstr>
      <vt:lpstr>Forms of Vulgarity  by Location (RQ1)</vt:lpstr>
      <vt:lpstr>Forms of Vulgarity  by Location (RQ1)</vt:lpstr>
      <vt:lpstr>Forms of Vulgarity  by Location (RQ1)</vt:lpstr>
      <vt:lpstr>Topic facilitating Vulgarity  (RQ2)</vt:lpstr>
      <vt:lpstr>Topic facilitating Vulgarity  (RQ2)</vt:lpstr>
      <vt:lpstr>Topic facilitating Vulgarity  (RQ2)</vt:lpstr>
      <vt:lpstr>Discussion | Outlook</vt:lpstr>
      <vt:lpstr>Potential Applications</vt:lpstr>
      <vt:lpstr>PowerPoint Presentation</vt:lpstr>
      <vt:lpstr>References</vt:lpstr>
      <vt:lpstr>Software</vt:lpstr>
      <vt:lpstr>Acknowledgements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小宮 裕基</dc:creator>
  <cp:lastModifiedBy>Martin Schweinberger</cp:lastModifiedBy>
  <cp:revision>98</cp:revision>
  <cp:lastPrinted>2022-06-13T07:27:25Z</cp:lastPrinted>
  <dcterms:created xsi:type="dcterms:W3CDTF">2022-04-26T23:20:44Z</dcterms:created>
  <dcterms:modified xsi:type="dcterms:W3CDTF">2022-12-11T20:49:12Z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f488380-630a-4f55-a077-a19445e3f360_Enabled">
    <vt:lpwstr>true</vt:lpwstr>
  </property>
  <property fmtid="{D5CDD505-2E9C-101B-9397-08002B2CF9AE}" pid="3" name="MSIP_Label_0f488380-630a-4f55-a077-a19445e3f360_SetDate">
    <vt:lpwstr>2022-12-10T10:23:59Z</vt:lpwstr>
  </property>
  <property fmtid="{D5CDD505-2E9C-101B-9397-08002B2CF9AE}" pid="4" name="MSIP_Label_0f488380-630a-4f55-a077-a19445e3f360_Method">
    <vt:lpwstr>Standard</vt:lpwstr>
  </property>
  <property fmtid="{D5CDD505-2E9C-101B-9397-08002B2CF9AE}" pid="5" name="MSIP_Label_0f488380-630a-4f55-a077-a19445e3f360_Name">
    <vt:lpwstr>OFFICIAL - INTERNAL</vt:lpwstr>
  </property>
  <property fmtid="{D5CDD505-2E9C-101B-9397-08002B2CF9AE}" pid="6" name="MSIP_Label_0f488380-630a-4f55-a077-a19445e3f360_SiteId">
    <vt:lpwstr>b6e377cf-9db3-46cb-91a2-fad9605bb15c</vt:lpwstr>
  </property>
  <property fmtid="{D5CDD505-2E9C-101B-9397-08002B2CF9AE}" pid="7" name="MSIP_Label_0f488380-630a-4f55-a077-a19445e3f360_ActionId">
    <vt:lpwstr>6b41373e-fc97-4fed-869b-5f74f31947d1</vt:lpwstr>
  </property>
  <property fmtid="{D5CDD505-2E9C-101B-9397-08002B2CF9AE}" pid="8" name="MSIP_Label_0f488380-630a-4f55-a077-a19445e3f360_ContentBits">
    <vt:lpwstr>0</vt:lpwstr>
  </property>
</Properties>
</file>